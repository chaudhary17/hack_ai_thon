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tagline. Learn4All (code name LearnTrack) was built for Hack-AI-Thon 2026. Every screenshot in this deck is the real running app with fictional demo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app, two views. The student sees streaks, levels, weak topics and what to do next. The teacher sees the whole class at a glance. This dashboard is the real app showing a fictional demo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come straight from the project files: 303 catalogue lessons, 15 unique questions per quiz, 7 recommendation rules and 30 passing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class has its own lesson sequence. Students pick a subject chip, choose a difficulty level and start a 15-question quiz, one question per page. Questions are original practice material, not the NCERT 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Mastery and XP are separate. 70% unlocks the next lesson. XP equals the best score percentage, so low scores never cost points. Every attempt is saved but only the best counts. The My Plans screen shows recent quizzes with their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rule-based engine. R1 to R4 filter resources, R5 and R6 order them, and R7 stops us labelling a student weak without enough evidence. Because each rule can explain itself, every recommendation comes with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Buddy runs through Groq on the server, so the API key never reaches the browser. Without a key the rest of the app still works. The leaderboard shows the real ranked demo class; the server ignores any attempt by a student to view another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Mode splits long sessions into 50-minute blocks with 10 or 15 minute breaks and reminds students to drink water. XP is capped at three sessions a day. Games load questions from the chosen subject; Daily Wordle gives every student a private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a row to see one student, down a column to see which topic the class struggles with. The heatmap has clear subject labels, high-contrast percentages, a legend and sticky student names while it scrolls.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 homework, exam or warning notices, then watch read receipts. Check-ins show each learner's progress and last activity so teachers can follow up kindly. Printable reports show trends, strong and weak topics and the recommended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alarms are in-page: the browser tab must be open. Holiday dates come from official Government of India sources, and state or school holidays can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edge is not one feature. It is that mastery gating, explainable recommendations, teacher visibility, wellbeing and accessibility all live in one small, private app made for Indian classrooms.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Learn4All now ships with a repeat-safe demo dataset, so judges can log in as the admin or any of 10 fictional Class 6 students and see populated marks, trends and recommendations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column is our honest to-do list from the project's own audit: password recovery is demo-only, the question banks need teacher review, and the live Groq call was only tested with mocks.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first to Aaditya Sorout and Syed Sarfaraz Ahamed, who wrote the whole codebase. Then Pramveer Kumar for the foundation code and ideas, and Sarah for the research. Thank Mohamed Aathif, Mohamed Rayan M, Sriyansh Sai Mohanty and M. Vetri Selvan M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tagline, thank the judges and invite questions. Offer a live demo with the teacher login and a demo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g" descr="img/cover_bg.jpg">    </p:cNvPr>
          <p:cNvPicPr>
            <a:picLocks noChangeAspect="1"/>
          </p:cNvPicPr>
          <p:nvPr/>
        </p:nvPicPr>
        <p:blipFill>
          <a:blip r:embed="rId1"/>
          <a:stretch>
            <a:fillRect/>
          </a:stretch>
        </p:blipFill>
        <p:spPr>
          <a:xfrm>
            <a:off x="0" y="0"/>
            <a:ext cx="12191695" cy="6858000"/>
          </a:xfrm>
          <a:prstGeom prst="rect">
            <a:avLst/>
          </a:prstGeom>
        </p:spPr>
      </p:pic>
      <p:pic>
        <p:nvPicPr>
          <p:cNvPr id="3" name="!!shot" descr="img/cover_0.png">    </p:cNvPr>
          <p:cNvPicPr>
            <a:picLocks noChangeAspect="1"/>
          </p:cNvPicPr>
          <p:nvPr/>
        </p:nvPicPr>
        <p:blipFill>
          <a:blip r:embed="rId2"/>
          <a:stretch>
            <a:fillRect/>
          </a:stretch>
        </p:blipFill>
        <p:spPr>
          <a:xfrm rot="-240000">
            <a:off x="5740400" y="1231900"/>
            <a:ext cx="5791200" cy="35687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bg" descr="img/overview_bg.jpg">    </p:cNvPr>
          <p:cNvPicPr>
            <a:picLocks noChangeAspect="1"/>
          </p:cNvPicPr>
          <p:nvPr/>
        </p:nvPicPr>
        <p:blipFill>
          <a:blip r:embed="rId1"/>
          <a:stretch>
            <a:fillRect/>
          </a:stretch>
        </p:blipFill>
        <p:spPr>
          <a:xfrm>
            <a:off x="0" y="0"/>
            <a:ext cx="12191695" cy="6858000"/>
          </a:xfrm>
          <a:prstGeom prst="rect">
            <a:avLst/>
          </a:prstGeom>
        </p:spPr>
      </p:pic>
      <p:pic>
        <p:nvPicPr>
          <p:cNvPr id="3" name="!!shot" descr="img/overview_0.png">    </p:cNvPr>
          <p:cNvPicPr>
            <a:picLocks noChangeAspect="1"/>
          </p:cNvPicPr>
          <p:nvPr/>
        </p:nvPicPr>
        <p:blipFill>
          <a:blip r:embed="rId2"/>
          <a:stretch>
            <a:fillRect/>
          </a:stretch>
        </p:blipFill>
        <p:spPr>
          <a:xfrm>
            <a:off x="3708400" y="1422400"/>
            <a:ext cx="8026400" cy="4826000"/>
          </a:xfrm>
          <a:prstGeom prst="rect">
            <a:avLst/>
          </a:prstGeom>
        </p:spPr>
      </p:pic>
      <p:pic>
        <p:nvPicPr>
          <p:cNvPr id="4" name="build1" descr="img/overview_1.png">    </p:cNvPr>
          <p:cNvPicPr>
            <a:picLocks noChangeAspect="1"/>
          </p:cNvPicPr>
          <p:nvPr/>
        </p:nvPicPr>
        <p:blipFill>
          <a:blip r:embed="rId3"/>
          <a:stretch>
            <a:fillRect/>
          </a:stretch>
        </p:blipFill>
        <p:spPr>
          <a:xfrm>
            <a:off x="457200" y="1422400"/>
            <a:ext cx="3759200" cy="1981200"/>
          </a:xfrm>
          <a:prstGeom prst="rect">
            <a:avLst/>
          </a:prstGeom>
        </p:spPr>
      </p:pic>
      <p:pic>
        <p:nvPicPr>
          <p:cNvPr id="5" name="build2" descr="img/overview_2.png">    </p:cNvPr>
          <p:cNvPicPr>
            <a:picLocks noChangeAspect="1"/>
          </p:cNvPicPr>
          <p:nvPr/>
        </p:nvPicPr>
        <p:blipFill>
          <a:blip r:embed="rId4"/>
          <a:stretch>
            <a:fillRect/>
          </a:stretch>
        </p:blipFill>
        <p:spPr>
          <a:xfrm>
            <a:off x="457200" y="2844800"/>
            <a:ext cx="3759200" cy="1981200"/>
          </a:xfrm>
          <a:prstGeom prst="rect">
            <a:avLst/>
          </a:prstGeom>
        </p:spPr>
      </p:pic>
      <p:pic>
        <p:nvPicPr>
          <p:cNvPr id="6" name="build3" descr="img/overview_3.png">    </p:cNvPr>
          <p:cNvPicPr>
            <a:picLocks noChangeAspect="1"/>
          </p:cNvPicPr>
          <p:nvPr/>
        </p:nvPicPr>
        <p:blipFill>
          <a:blip r:embed="rId5"/>
          <a:stretch>
            <a:fillRect/>
          </a:stretch>
        </p:blipFill>
        <p:spPr>
          <a:xfrm>
            <a:off x="457200" y="4267200"/>
            <a:ext cx="3759200" cy="19812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7" dur="600" fill="hold"/>
                                        <p:tgtEl>
                                          <p:spTgt spid="4"/>
                                        </p:tgtEl>
                                        <p:attrNameLst>
                                          <p:attrName>ppt_x</p:attrName>
                                        </p:attrNameLst>
                                      </p:cBhvr>
                                      <p:tavLst>
                                        <p:tav tm="0">
                                          <p:val>
                                            <p:strVal val="#ppt_x"/>
                                          </p:val>
                                        </p:tav>
                                        <p:tav tm="100000">
                                          <p:val>
                                            <p:strVal val="#ppt_x"/>
                                          </p:val>
                                        </p:tav>
                                      </p:tavLst>
                                    </p:anim>
                                    <p:anim calcmode="lin" valueType="num">
                                      <p:cBhvr additive="base">
                                        <p:cTn id="8" dur="600" fill="hold"/>
                                        <p:tgtEl>
                                          <p:spTgt spid="4"/>
                                        </p:tgtEl>
                                        <p:attrNameLst>
                                          <p:attrName>ppt_y</p:attrName>
                                        </p:attrNameLst>
                                      </p:cBhvr>
                                      <p:tavLst>
                                        <p:tav tm="0">
                                          <p:val>
                                            <p:strVal val="#ppt_y+0.12"/>
                                          </p:val>
                                        </p:tav>
                                        <p:tav tm="100000">
                                          <p:val>
                                            <p:strVal val="#ppt_y"/>
                                          </p:val>
                                        </p:tav>
                                      </p:tavLst>
                                    </p:anim>
                                    <p:animEffect transition="in" filter="fade">
                                      <p:cBhvr>
                                        <p:cTn id="6" dur="600"/>
                                        <p:tgtEl>
                                          <p:spTgt spid="4"/>
                                        </p:tgtEl>
                                      </p:cBhvr>
                                    </p:animEffect>
                                  </p:childTnLst>
                                </p:cTn>
                              </p:par>
                            </p:childTnLst>
                          </p:cTn>
                        </p:par>
                      </p:childTnLst>
                    </p:cTn>
                  </p:par>
                  <p:par>
                    <p:cTn id="10" fill="hold">
                      <p:stCondLst>
                        <p:cond delay="indefinite"/>
                      </p:stCondLst>
                      <p:childTnLst>
                        <p:par>
                          <p:cTn id="11" fill="hold">
                            <p:stCondLst>
                              <p:cond delay="0"/>
                            </p:stCondLst>
                            <p:childTnLst>
                              <p:par>
                                <p:cTn id="16"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4" dur="600" fill="hold"/>
                                        <p:tgtEl>
                                          <p:spTgt spid="5"/>
                                        </p:tgtEl>
                                        <p:attrNameLst>
                                          <p:attrName>ppt_x</p:attrName>
                                        </p:attrNameLst>
                                      </p:cBhvr>
                                      <p:tavLst>
                                        <p:tav tm="0">
                                          <p:val>
                                            <p:strVal val="#ppt_x"/>
                                          </p:val>
                                        </p:tav>
                                        <p:tav tm="100000">
                                          <p:val>
                                            <p:strVal val="#ppt_x"/>
                                          </p:val>
                                        </p:tav>
                                      </p:tavLst>
                                    </p:anim>
                                    <p:anim calcmode="lin" valueType="num">
                                      <p:cBhvr additive="base">
                                        <p:cTn id="15" dur="600" fill="hold"/>
                                        <p:tgtEl>
                                          <p:spTgt spid="5"/>
                                        </p:tgtEl>
                                        <p:attrNameLst>
                                          <p:attrName>ppt_y</p:attrName>
                                        </p:attrNameLst>
                                      </p:cBhvr>
                                      <p:tavLst>
                                        <p:tav tm="0">
                                          <p:val>
                                            <p:strVal val="#ppt_y+0.12"/>
                                          </p:val>
                                        </p:tav>
                                        <p:tav tm="100000">
                                          <p:val>
                                            <p:strVal val="#ppt_y"/>
                                          </p:val>
                                        </p:tav>
                                      </p:tavLst>
                                    </p:anim>
                                    <p:animEffect transition="in" filter="fade">
                                      <p:cBhvr>
                                        <p:cTn id="13" dur="600"/>
                                        <p:tgtEl>
                                          <p:spTgt spid="5"/>
                                        </p:tgtEl>
                                      </p:cBhvr>
                                    </p:animEffect>
                                  </p:childTnLst>
                                </p:cTn>
                              </p:par>
                            </p:childTnLst>
                          </p:cTn>
                        </p:par>
                      </p:childTnLst>
                    </p:cTn>
                  </p:par>
                  <p:par>
                    <p:cTn id="17" fill="hold">
                      <p:stCondLst>
                        <p:cond delay="indefinite"/>
                      </p:stCondLst>
                      <p:childTnLst>
                        <p:par>
                          <p:cTn id="18" fill="hold">
                            <p:stCondLst>
                              <p:cond delay="0"/>
                            </p:stCondLst>
                            <p:childTnLst>
                              <p:par>
                                <p:cTn id="23" presetID="2" presetClass="entr" presetSubtype="4"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1" dur="600" fill="hold"/>
                                        <p:tgtEl>
                                          <p:spTgt spid="6"/>
                                        </p:tgtEl>
                                        <p:attrNameLst>
                                          <p:attrName>ppt_x</p:attrName>
                                        </p:attrNameLst>
                                      </p:cBhvr>
                                      <p:tavLst>
                                        <p:tav tm="0">
                                          <p:val>
                                            <p:strVal val="#ppt_x"/>
                                          </p:val>
                                        </p:tav>
                                        <p:tav tm="100000">
                                          <p:val>
                                            <p:strVal val="#ppt_x"/>
                                          </p:val>
                                        </p:tav>
                                      </p:tavLst>
                                    </p:anim>
                                    <p:anim calcmode="lin" valueType="num">
                                      <p:cBhvr additive="base">
                                        <p:cTn id="22" dur="600" fill="hold"/>
                                        <p:tgtEl>
                                          <p:spTgt spid="6"/>
                                        </p:tgtEl>
                                        <p:attrNameLst>
                                          <p:attrName>ppt_y</p:attrName>
                                        </p:attrNameLst>
                                      </p:cBhvr>
                                      <p:tavLst>
                                        <p:tav tm="0">
                                          <p:val>
                                            <p:strVal val="#ppt_y+0.12"/>
                                          </p:val>
                                        </p:tav>
                                        <p:tav tm="100000">
                                          <p:val>
                                            <p:strVal val="#ppt_y"/>
                                          </p:val>
                                        </p:tav>
                                      </p:tavLst>
                                    </p:anim>
                                    <p:animEffect transition="in" filter="fade">
                                      <p:cBhvr>
                                        <p:cTn id="20"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bg" descr="img/numbers_bg.jpg">    </p:cNvPr>
          <p:cNvPicPr>
            <a:picLocks noChangeAspect="1"/>
          </p:cNvPicPr>
          <p:nvPr/>
        </p:nvPicPr>
        <p:blipFill>
          <a:blip r:embed="rId1"/>
          <a:stretch>
            <a:fillRect/>
          </a:stretch>
        </p:blipFill>
        <p:spPr>
          <a:xfrm>
            <a:off x="0" y="0"/>
            <a:ext cx="12191695" cy="6858000"/>
          </a:xfrm>
          <a:prstGeom prst="rect">
            <a:avLst/>
          </a:prstGeom>
        </p:spPr>
      </p:pic>
      <p:pic>
        <p:nvPicPr>
          <p:cNvPr id="3" name="build0" descr="img/numbers_0.png">    </p:cNvPr>
          <p:cNvPicPr>
            <a:picLocks noChangeAspect="1"/>
          </p:cNvPicPr>
          <p:nvPr/>
        </p:nvPicPr>
        <p:blipFill>
          <a:blip r:embed="rId2"/>
          <a:stretch>
            <a:fillRect/>
          </a:stretch>
        </p:blipFill>
        <p:spPr>
          <a:xfrm>
            <a:off x="457200" y="1676400"/>
            <a:ext cx="3200400" cy="2552700"/>
          </a:xfrm>
          <a:prstGeom prst="rect">
            <a:avLst/>
          </a:prstGeom>
        </p:spPr>
      </p:pic>
      <p:pic>
        <p:nvPicPr>
          <p:cNvPr id="4" name="build1" descr="img/numbers_1.png">    </p:cNvPr>
          <p:cNvPicPr>
            <a:picLocks noChangeAspect="1"/>
          </p:cNvPicPr>
          <p:nvPr/>
        </p:nvPicPr>
        <p:blipFill>
          <a:blip r:embed="rId3"/>
          <a:stretch>
            <a:fillRect/>
          </a:stretch>
        </p:blipFill>
        <p:spPr>
          <a:xfrm>
            <a:off x="3149600" y="1676400"/>
            <a:ext cx="3200400" cy="2552700"/>
          </a:xfrm>
          <a:prstGeom prst="rect">
            <a:avLst/>
          </a:prstGeom>
        </p:spPr>
      </p:pic>
      <p:pic>
        <p:nvPicPr>
          <p:cNvPr id="5" name="build2" descr="img/numbers_2.png">    </p:cNvPr>
          <p:cNvPicPr>
            <a:picLocks noChangeAspect="1"/>
          </p:cNvPicPr>
          <p:nvPr/>
        </p:nvPicPr>
        <p:blipFill>
          <a:blip r:embed="rId4"/>
          <a:stretch>
            <a:fillRect/>
          </a:stretch>
        </p:blipFill>
        <p:spPr>
          <a:xfrm>
            <a:off x="5842000" y="1676400"/>
            <a:ext cx="3200400" cy="2552700"/>
          </a:xfrm>
          <a:prstGeom prst="rect">
            <a:avLst/>
          </a:prstGeom>
        </p:spPr>
      </p:pic>
      <p:pic>
        <p:nvPicPr>
          <p:cNvPr id="6" name="build3" descr="img/numbers_3.png">    </p:cNvPr>
          <p:cNvPicPr>
            <a:picLocks noChangeAspect="1"/>
          </p:cNvPicPr>
          <p:nvPr/>
        </p:nvPicPr>
        <p:blipFill>
          <a:blip r:embed="rId5"/>
          <a:stretch>
            <a:fillRect/>
          </a:stretch>
        </p:blipFill>
        <p:spPr>
          <a:xfrm>
            <a:off x="8534400" y="1676400"/>
            <a:ext cx="3200400" cy="2552700"/>
          </a:xfrm>
          <a:prstGeom prst="rect">
            <a:avLst/>
          </a:prstGeom>
        </p:spPr>
      </p:pic>
      <p:pic>
        <p:nvPicPr>
          <p:cNvPr id="7" name="build4" descr="img/numbers_4.png">    </p:cNvPr>
          <p:cNvPicPr>
            <a:picLocks noChangeAspect="1"/>
          </p:cNvPicPr>
          <p:nvPr/>
        </p:nvPicPr>
        <p:blipFill>
          <a:blip r:embed="rId6"/>
          <a:stretch>
            <a:fillRect/>
          </a:stretch>
        </p:blipFill>
        <p:spPr>
          <a:xfrm>
            <a:off x="457200" y="3721100"/>
            <a:ext cx="3200400" cy="2552700"/>
          </a:xfrm>
          <a:prstGeom prst="rect">
            <a:avLst/>
          </a:prstGeom>
        </p:spPr>
      </p:pic>
      <p:pic>
        <p:nvPicPr>
          <p:cNvPr id="8" name="build5" descr="img/numbers_5.png">    </p:cNvPr>
          <p:cNvPicPr>
            <a:picLocks noChangeAspect="1"/>
          </p:cNvPicPr>
          <p:nvPr/>
        </p:nvPicPr>
        <p:blipFill>
          <a:blip r:embed="rId7"/>
          <a:stretch>
            <a:fillRect/>
          </a:stretch>
        </p:blipFill>
        <p:spPr>
          <a:xfrm>
            <a:off x="3149600" y="3721100"/>
            <a:ext cx="3200400" cy="2552700"/>
          </a:xfrm>
          <a:prstGeom prst="rect">
            <a:avLst/>
          </a:prstGeom>
        </p:spPr>
      </p:pic>
      <p:pic>
        <p:nvPicPr>
          <p:cNvPr id="9" name="build6" descr="img/numbers_6.png">    </p:cNvPr>
          <p:cNvPicPr>
            <a:picLocks noChangeAspect="1"/>
          </p:cNvPicPr>
          <p:nvPr/>
        </p:nvPicPr>
        <p:blipFill>
          <a:blip r:embed="rId8"/>
          <a:stretch>
            <a:fillRect/>
          </a:stretch>
        </p:blipFill>
        <p:spPr>
          <a:xfrm>
            <a:off x="5842000" y="3721100"/>
            <a:ext cx="3200400" cy="2552700"/>
          </a:xfrm>
          <a:prstGeom prst="rect">
            <a:avLst/>
          </a:prstGeom>
        </p:spPr>
      </p:pic>
      <p:pic>
        <p:nvPicPr>
          <p:cNvPr id="10" name="build7" descr="img/numbers_7.png">    </p:cNvPr>
          <p:cNvPicPr>
            <a:picLocks noChangeAspect="1"/>
          </p:cNvPicPr>
          <p:nvPr/>
        </p:nvPicPr>
        <p:blipFill>
          <a:blip r:embed="rId9"/>
          <a:stretch>
            <a:fillRect/>
          </a:stretch>
        </p:blipFill>
        <p:spPr>
          <a:xfrm>
            <a:off x="8534400" y="3721100"/>
            <a:ext cx="3200400" cy="25527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ppt_x</p:attrName>
                                        </p:attrNameLst>
                                      </p:cBhvr>
                                      <p:tavLst>
                                        <p:tav tm="0">
                                          <p:val>
                                            <p:strVal val="#ppt_x"/>
                                          </p:val>
                                        </p:tav>
                                        <p:tav tm="100000">
                                          <p:val>
                                            <p:strVal val="#ppt_x"/>
                                          </p:val>
                                        </p:tav>
                                      </p:tavLst>
                                    </p:anim>
                                    <p:anim calcmode="lin" valueType="num">
                                      <p:cBhvr additive="base">
                                        <p:cTn id="8" dur="600" fill="hold"/>
                                        <p:tgtEl>
                                          <p:spTgt spid="3"/>
                                        </p:tgtEl>
                                        <p:attrNameLst>
                                          <p:attrName>ppt_y</p:attrName>
                                        </p:attrNameLst>
                                      </p:cBhvr>
                                      <p:tavLst>
                                        <p:tav tm="0">
                                          <p:val>
                                            <p:strVal val="#ppt_y+0.12"/>
                                          </p:val>
                                        </p:tav>
                                        <p:tav tm="100000">
                                          <p:val>
                                            <p:strVal val="#ppt_y"/>
                                          </p:val>
                                        </p:tav>
                                      </p:tavLst>
                                    </p:anim>
                                    <p:animEffect transition="in" filter="fade">
                                      <p:cBhvr>
                                        <p:cTn id="6" dur="600"/>
                                        <p:tgtEl>
                                          <p:spTgt spid="3"/>
                                        </p:tgtEl>
                                      </p:cBhvr>
                                    </p:animEffect>
                                  </p:childTnLst>
                                </p:cTn>
                              </p:par>
                              <p:par>
                                <p:cTn id="14"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0.12"/>
                                          </p:val>
                                        </p:tav>
                                        <p:tav tm="100000">
                                          <p:val>
                                            <p:strVal val="#ppt_y"/>
                                          </p:val>
                                        </p:tav>
                                      </p:tavLst>
                                    </p:anim>
                                    <p:animEffect transition="in" filter="fade">
                                      <p:cBhvr>
                                        <p:cTn id="11" dur="600"/>
                                        <p:tgtEl>
                                          <p:spTgt spid="4"/>
                                        </p:tgtEl>
                                      </p:cBhvr>
                                    </p:animEffect>
                                  </p:childTnLst>
                                </p:cTn>
                              </p:par>
                              <p:par>
                                <p:cTn id="19" presetID="2" presetClass="entr" presetSubtype="4"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7" dur="600" fill="hold"/>
                                        <p:tgtEl>
                                          <p:spTgt spid="5"/>
                                        </p:tgtEl>
                                        <p:attrNameLst>
                                          <p:attrName>ppt_x</p:attrName>
                                        </p:attrNameLst>
                                      </p:cBhvr>
                                      <p:tavLst>
                                        <p:tav tm="0">
                                          <p:val>
                                            <p:strVal val="#ppt_x"/>
                                          </p:val>
                                        </p:tav>
                                        <p:tav tm="100000">
                                          <p:val>
                                            <p:strVal val="#ppt_x"/>
                                          </p:val>
                                        </p:tav>
                                      </p:tavLst>
                                    </p:anim>
                                    <p:anim calcmode="lin" valueType="num">
                                      <p:cBhvr additive="base">
                                        <p:cTn id="18" dur="600" fill="hold"/>
                                        <p:tgtEl>
                                          <p:spTgt spid="5"/>
                                        </p:tgtEl>
                                        <p:attrNameLst>
                                          <p:attrName>ppt_y</p:attrName>
                                        </p:attrNameLst>
                                      </p:cBhvr>
                                      <p:tavLst>
                                        <p:tav tm="0">
                                          <p:val>
                                            <p:strVal val="#ppt_y+0.12"/>
                                          </p:val>
                                        </p:tav>
                                        <p:tav tm="100000">
                                          <p:val>
                                            <p:strVal val="#ppt_y"/>
                                          </p:val>
                                        </p:tav>
                                      </p:tavLst>
                                    </p:anim>
                                    <p:animEffect transition="in" filter="fade">
                                      <p:cBhvr>
                                        <p:cTn id="16" dur="600"/>
                                        <p:tgtEl>
                                          <p:spTgt spid="5"/>
                                        </p:tgtEl>
                                      </p:cBhvr>
                                    </p:animEffect>
                                  </p:childTnLst>
                                </p:cTn>
                              </p:par>
                              <p:par>
                                <p:cTn id="24"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2" dur="600" fill="hold"/>
                                        <p:tgtEl>
                                          <p:spTgt spid="6"/>
                                        </p:tgtEl>
                                        <p:attrNameLst>
                                          <p:attrName>ppt_x</p:attrName>
                                        </p:attrNameLst>
                                      </p:cBhvr>
                                      <p:tavLst>
                                        <p:tav tm="0">
                                          <p:val>
                                            <p:strVal val="#ppt_x"/>
                                          </p:val>
                                        </p:tav>
                                        <p:tav tm="100000">
                                          <p:val>
                                            <p:strVal val="#ppt_x"/>
                                          </p:val>
                                        </p:tav>
                                      </p:tavLst>
                                    </p:anim>
                                    <p:anim calcmode="lin" valueType="num">
                                      <p:cBhvr additive="base">
                                        <p:cTn id="23" dur="600" fill="hold"/>
                                        <p:tgtEl>
                                          <p:spTgt spid="6"/>
                                        </p:tgtEl>
                                        <p:attrNameLst>
                                          <p:attrName>ppt_y</p:attrName>
                                        </p:attrNameLst>
                                      </p:cBhvr>
                                      <p:tavLst>
                                        <p:tav tm="0">
                                          <p:val>
                                            <p:strVal val="#ppt_y+0.12"/>
                                          </p:val>
                                        </p:tav>
                                        <p:tav tm="100000">
                                          <p:val>
                                            <p:strVal val="#ppt_y"/>
                                          </p:val>
                                        </p:tav>
                                      </p:tavLst>
                                    </p:anim>
                                    <p:animEffect transition="in" filter="fade">
                                      <p:cBhvr>
                                        <p:cTn id="21" dur="600"/>
                                        <p:tgtEl>
                                          <p:spTgt spid="6"/>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9" dur="600" fill="hold"/>
                                        <p:tgtEl>
                                          <p:spTgt spid="7"/>
                                        </p:tgtEl>
                                        <p:attrNameLst>
                                          <p:attrName>ppt_x</p:attrName>
                                        </p:attrNameLst>
                                      </p:cBhvr>
                                      <p:tavLst>
                                        <p:tav tm="0">
                                          <p:val>
                                            <p:strVal val="#ppt_x"/>
                                          </p:val>
                                        </p:tav>
                                        <p:tav tm="100000">
                                          <p:val>
                                            <p:strVal val="#ppt_x"/>
                                          </p:val>
                                        </p:tav>
                                      </p:tavLst>
                                    </p:anim>
                                    <p:anim calcmode="lin" valueType="num">
                                      <p:cBhvr additive="base">
                                        <p:cTn id="30" dur="600" fill="hold"/>
                                        <p:tgtEl>
                                          <p:spTgt spid="7"/>
                                        </p:tgtEl>
                                        <p:attrNameLst>
                                          <p:attrName>ppt_y</p:attrName>
                                        </p:attrNameLst>
                                      </p:cBhvr>
                                      <p:tavLst>
                                        <p:tav tm="0">
                                          <p:val>
                                            <p:strVal val="#ppt_y+0.12"/>
                                          </p:val>
                                        </p:tav>
                                        <p:tav tm="100000">
                                          <p:val>
                                            <p:strVal val="#ppt_y"/>
                                          </p:val>
                                        </p:tav>
                                      </p:tavLst>
                                    </p:anim>
                                    <p:animEffect transition="in" filter="fade">
                                      <p:cBhvr>
                                        <p:cTn id="28" dur="600"/>
                                        <p:tgtEl>
                                          <p:spTgt spid="7"/>
                                        </p:tgtEl>
                                      </p:cBhvr>
                                    </p:animEffect>
                                  </p:childTnLst>
                                </p:cTn>
                              </p:par>
                              <p:par>
                                <p:cTn id="36" presetID="2" presetClass="entr" presetSubtype="4"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4" dur="600" fill="hold"/>
                                        <p:tgtEl>
                                          <p:spTgt spid="8"/>
                                        </p:tgtEl>
                                        <p:attrNameLst>
                                          <p:attrName>ppt_x</p:attrName>
                                        </p:attrNameLst>
                                      </p:cBhvr>
                                      <p:tavLst>
                                        <p:tav tm="0">
                                          <p:val>
                                            <p:strVal val="#ppt_x"/>
                                          </p:val>
                                        </p:tav>
                                        <p:tav tm="100000">
                                          <p:val>
                                            <p:strVal val="#ppt_x"/>
                                          </p:val>
                                        </p:tav>
                                      </p:tavLst>
                                    </p:anim>
                                    <p:anim calcmode="lin" valueType="num">
                                      <p:cBhvr additive="base">
                                        <p:cTn id="35" dur="600" fill="hold"/>
                                        <p:tgtEl>
                                          <p:spTgt spid="8"/>
                                        </p:tgtEl>
                                        <p:attrNameLst>
                                          <p:attrName>ppt_y</p:attrName>
                                        </p:attrNameLst>
                                      </p:cBhvr>
                                      <p:tavLst>
                                        <p:tav tm="0">
                                          <p:val>
                                            <p:strVal val="#ppt_y+0.12"/>
                                          </p:val>
                                        </p:tav>
                                        <p:tav tm="100000">
                                          <p:val>
                                            <p:strVal val="#ppt_y"/>
                                          </p:val>
                                        </p:tav>
                                      </p:tavLst>
                                    </p:anim>
                                    <p:animEffect transition="in" filter="fade">
                                      <p:cBhvr>
                                        <p:cTn id="33" dur="600"/>
                                        <p:tgtEl>
                                          <p:spTgt spid="8"/>
                                        </p:tgtEl>
                                      </p:cBhvr>
                                    </p:animEffect>
                                  </p:childTnLst>
                                </p:cTn>
                              </p:par>
                              <p:par>
                                <p:cTn id="41" presetID="2" presetClass="entr" presetSubtype="4"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9" dur="600" fill="hold"/>
                                        <p:tgtEl>
                                          <p:spTgt spid="9"/>
                                        </p:tgtEl>
                                        <p:attrNameLst>
                                          <p:attrName>ppt_x</p:attrName>
                                        </p:attrNameLst>
                                      </p:cBhvr>
                                      <p:tavLst>
                                        <p:tav tm="0">
                                          <p:val>
                                            <p:strVal val="#ppt_x"/>
                                          </p:val>
                                        </p:tav>
                                        <p:tav tm="100000">
                                          <p:val>
                                            <p:strVal val="#ppt_x"/>
                                          </p:val>
                                        </p:tav>
                                      </p:tavLst>
                                    </p:anim>
                                    <p:anim calcmode="lin" valueType="num">
                                      <p:cBhvr additive="base">
                                        <p:cTn id="40" dur="600" fill="hold"/>
                                        <p:tgtEl>
                                          <p:spTgt spid="9"/>
                                        </p:tgtEl>
                                        <p:attrNameLst>
                                          <p:attrName>ppt_y</p:attrName>
                                        </p:attrNameLst>
                                      </p:cBhvr>
                                      <p:tavLst>
                                        <p:tav tm="0">
                                          <p:val>
                                            <p:strVal val="#ppt_y+0.12"/>
                                          </p:val>
                                        </p:tav>
                                        <p:tav tm="100000">
                                          <p:val>
                                            <p:strVal val="#ppt_y"/>
                                          </p:val>
                                        </p:tav>
                                      </p:tavLst>
                                    </p:anim>
                                    <p:animEffect transition="in" filter="fade">
                                      <p:cBhvr>
                                        <p:cTn id="38" dur="600"/>
                                        <p:tgtEl>
                                          <p:spTgt spid="9"/>
                                        </p:tgtEl>
                                      </p:cBhvr>
                                    </p:animEffect>
                                  </p:childTnLst>
                                </p:cTn>
                              </p:par>
                              <p:par>
                                <p:cTn id="46" presetID="2" presetClass="entr" presetSubtype="4" fill="hold" nodeType="with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4" dur="600" fill="hold"/>
                                        <p:tgtEl>
                                          <p:spTgt spid="10"/>
                                        </p:tgtEl>
                                        <p:attrNameLst>
                                          <p:attrName>ppt_x</p:attrName>
                                        </p:attrNameLst>
                                      </p:cBhvr>
                                      <p:tavLst>
                                        <p:tav tm="0">
                                          <p:val>
                                            <p:strVal val="#ppt_x"/>
                                          </p:val>
                                        </p:tav>
                                        <p:tav tm="100000">
                                          <p:val>
                                            <p:strVal val="#ppt_x"/>
                                          </p:val>
                                        </p:tav>
                                      </p:tavLst>
                                    </p:anim>
                                    <p:anim calcmode="lin" valueType="num">
                                      <p:cBhvr additive="base">
                                        <p:cTn id="45" dur="600" fill="hold"/>
                                        <p:tgtEl>
                                          <p:spTgt spid="10"/>
                                        </p:tgtEl>
                                        <p:attrNameLst>
                                          <p:attrName>ppt_y</p:attrName>
                                        </p:attrNameLst>
                                      </p:cBhvr>
                                      <p:tavLst>
                                        <p:tav tm="0">
                                          <p:val>
                                            <p:strVal val="#ppt_y+0.12"/>
                                          </p:val>
                                        </p:tav>
                                        <p:tav tm="100000">
                                          <p:val>
                                            <p:strVal val="#ppt_y"/>
                                          </p:val>
                                        </p:tav>
                                      </p:tavLst>
                                    </p:anim>
                                    <p:animEffect transition="in" filter="fade">
                                      <p:cBhvr>
                                        <p:cTn id="43"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bg" descr="img/courses_bg.jpg">    </p:cNvPr>
          <p:cNvPicPr>
            <a:picLocks noChangeAspect="1"/>
          </p:cNvPicPr>
          <p:nvPr/>
        </p:nvPicPr>
        <p:blipFill>
          <a:blip r:embed="rId1"/>
          <a:stretch>
            <a:fillRect/>
          </a:stretch>
        </p:blipFill>
        <p:spPr>
          <a:xfrm>
            <a:off x="0" y="0"/>
            <a:ext cx="12191695" cy="6858000"/>
          </a:xfrm>
          <a:prstGeom prst="rect">
            <a:avLst/>
          </a:prstGeom>
        </p:spPr>
      </p:pic>
      <p:pic>
        <p:nvPicPr>
          <p:cNvPr id="3" name="build0" descr="img/courses_0.png">    </p:cNvPr>
          <p:cNvPicPr>
            <a:picLocks noChangeAspect="1"/>
          </p:cNvPicPr>
          <p:nvPr/>
        </p:nvPicPr>
        <p:blipFill>
          <a:blip r:embed="rId2"/>
          <a:stretch>
            <a:fillRect/>
          </a:stretch>
        </p:blipFill>
        <p:spPr>
          <a:xfrm>
            <a:off x="7581900" y="1549400"/>
            <a:ext cx="4013200" cy="1079500"/>
          </a:xfrm>
          <a:prstGeom prst="rect">
            <a:avLst/>
          </a:prstGeom>
        </p:spPr>
      </p:pic>
      <p:pic>
        <p:nvPicPr>
          <p:cNvPr id="4" name="build1" descr="img/courses_1.png">    </p:cNvPr>
          <p:cNvPicPr>
            <a:picLocks noChangeAspect="1"/>
          </p:cNvPicPr>
          <p:nvPr/>
        </p:nvPicPr>
        <p:blipFill>
          <a:blip r:embed="rId3"/>
          <a:stretch>
            <a:fillRect/>
          </a:stretch>
        </p:blipFill>
        <p:spPr>
          <a:xfrm>
            <a:off x="7581900" y="2006600"/>
            <a:ext cx="4013200" cy="1079500"/>
          </a:xfrm>
          <a:prstGeom prst="rect">
            <a:avLst/>
          </a:prstGeom>
        </p:spPr>
      </p:pic>
      <p:pic>
        <p:nvPicPr>
          <p:cNvPr id="5" name="build2" descr="img/courses_2.png">    </p:cNvPr>
          <p:cNvPicPr>
            <a:picLocks noChangeAspect="1"/>
          </p:cNvPicPr>
          <p:nvPr/>
        </p:nvPicPr>
        <p:blipFill>
          <a:blip r:embed="rId4"/>
          <a:stretch>
            <a:fillRect/>
          </a:stretch>
        </p:blipFill>
        <p:spPr>
          <a:xfrm>
            <a:off x="7581900" y="2463800"/>
            <a:ext cx="4013200" cy="1079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ppt_w</p:attrName>
                                        </p:attrNameLst>
                                      </p:cBhvr>
                                      <p:tavLst>
                                        <p:tav tm="0">
                                          <p:val>
                                            <p:strVal val="0"/>
                                          </p:val>
                                        </p:tav>
                                        <p:tav tm="100000">
                                          <p:val>
                                            <p:strVal val="#ppt_w"/>
                                          </p:val>
                                        </p:tav>
                                      </p:tavLst>
                                    </p:anim>
                                    <p:anim calcmode="lin" valueType="num">
                                      <p:cBhvr additive="base">
                                        <p:cTn id="8" dur="600" fill="hold"/>
                                        <p:tgtEl>
                                          <p:spTgt spid="3"/>
                                        </p:tgtEl>
                                        <p:attrNameLst>
                                          <p:attrName>ppt_h</p:attrName>
                                        </p:attrNameLst>
                                      </p:cBhvr>
                                      <p:tavLst>
                                        <p:tav tm="0">
                                          <p:val>
                                            <p:strVal val="0"/>
                                          </p:val>
                                        </p:tav>
                                        <p:tav tm="100000">
                                          <p:val>
                                            <p:strVal val="#ppt_h"/>
                                          </p:val>
                                        </p:tav>
                                      </p:tavLst>
                                    </p:anim>
                                    <p:animEffect transition="in" filter="fade">
                                      <p:cBhvr>
                                        <p:cTn id="6" dur="600"/>
                                        <p:tgtEl>
                                          <p:spTgt spid="3"/>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4" dur="600" fill="hold"/>
                                        <p:tgtEl>
                                          <p:spTgt spid="4"/>
                                        </p:tgtEl>
                                        <p:attrNameLst>
                                          <p:attrName>ppt_w</p:attrName>
                                        </p:attrNameLst>
                                      </p:cBhvr>
                                      <p:tavLst>
                                        <p:tav tm="0">
                                          <p:val>
                                            <p:strVal val="0"/>
                                          </p:val>
                                        </p:tav>
                                        <p:tav tm="100000">
                                          <p:val>
                                            <p:strVal val="#ppt_w"/>
                                          </p:val>
                                        </p:tav>
                                      </p:tavLst>
                                    </p:anim>
                                    <p:anim calcmode="lin" valueType="num">
                                      <p:cBhvr additive="base">
                                        <p:cTn id="15" dur="600" fill="hold"/>
                                        <p:tgtEl>
                                          <p:spTgt spid="4"/>
                                        </p:tgtEl>
                                        <p:attrNameLst>
                                          <p:attrName>ppt_h</p:attrName>
                                        </p:attrNameLst>
                                      </p:cBhvr>
                                      <p:tavLst>
                                        <p:tav tm="0">
                                          <p:val>
                                            <p:strVal val="0"/>
                                          </p:val>
                                        </p:tav>
                                        <p:tav tm="100000">
                                          <p:val>
                                            <p:strVal val="#ppt_h"/>
                                          </p:val>
                                        </p:tav>
                                      </p:tavLst>
                                    </p:anim>
                                    <p:animEffect transition="in" filter="fade">
                                      <p:cBhvr>
                                        <p:cTn id="13" dur="600"/>
                                        <p:tgtEl>
                                          <p:spTgt spid="4"/>
                                        </p:tgtEl>
                                      </p:cBhvr>
                                    </p:animEffect>
                                  </p:childTnLst>
                                </p:cTn>
                              </p:par>
                            </p:childTnLst>
                          </p:cTn>
                        </p:par>
                      </p:childTnLst>
                    </p:cTn>
                  </p:par>
                  <p:par>
                    <p:cTn id="17" fill="hold">
                      <p:stCondLst>
                        <p:cond delay="indefinite"/>
                      </p:stCondLst>
                      <p:childTnLst>
                        <p:par>
                          <p:cTn id="18" fill="hold">
                            <p:stCondLst>
                              <p:cond delay="0"/>
                            </p:stCondLst>
                            <p:childTnLst>
                              <p:par>
                                <p:cTn id="23" presetID="53" presetClass="entr" presetSubtype="16"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1" dur="600" fill="hold"/>
                                        <p:tgtEl>
                                          <p:spTgt spid="5"/>
                                        </p:tgtEl>
                                        <p:attrNameLst>
                                          <p:attrName>ppt_w</p:attrName>
                                        </p:attrNameLst>
                                      </p:cBhvr>
                                      <p:tavLst>
                                        <p:tav tm="0">
                                          <p:val>
                                            <p:strVal val="0"/>
                                          </p:val>
                                        </p:tav>
                                        <p:tav tm="100000">
                                          <p:val>
                                            <p:strVal val="#ppt_w"/>
                                          </p:val>
                                        </p:tav>
                                      </p:tavLst>
                                    </p:anim>
                                    <p:anim calcmode="lin" valueType="num">
                                      <p:cBhvr additive="base">
                                        <p:cTn id="22" dur="600" fill="hold"/>
                                        <p:tgtEl>
                                          <p:spTgt spid="5"/>
                                        </p:tgtEl>
                                        <p:attrNameLst>
                                          <p:attrName>ppt_h</p:attrName>
                                        </p:attrNameLst>
                                      </p:cBhvr>
                                      <p:tavLst>
                                        <p:tav tm="0">
                                          <p:val>
                                            <p:strVal val="0"/>
                                          </p:val>
                                        </p:tav>
                                        <p:tav tm="100000">
                                          <p:val>
                                            <p:strVal val="#ppt_h"/>
                                          </p:val>
                                        </p:tav>
                                      </p:tavLst>
                                    </p:anim>
                                    <p:animEffect transition="in" filter="fade">
                                      <p:cBhvr>
                                        <p:cTn id="20"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bg" descr="img/mastery_bg.jpg">    </p:cNvPr>
          <p:cNvPicPr>
            <a:picLocks noChangeAspect="1"/>
          </p:cNvPicPr>
          <p:nvPr/>
        </p:nvPicPr>
        <p:blipFill>
          <a:blip r:embed="rId1"/>
          <a:stretch>
            <a:fillRect/>
          </a:stretch>
        </p:blipFill>
        <p:spPr>
          <a:xfrm>
            <a:off x="0" y="0"/>
            <a:ext cx="12191695" cy="6858000"/>
          </a:xfrm>
          <a:prstGeom prst="rect">
            <a:avLst/>
          </a:prstGeom>
        </p:spPr>
      </p:pic>
      <p:pic>
        <p:nvPicPr>
          <p:cNvPr id="3" name="build0" descr="img/mastery_0.png">    </p:cNvPr>
          <p:cNvPicPr>
            <a:picLocks noChangeAspect="1"/>
          </p:cNvPicPr>
          <p:nvPr/>
        </p:nvPicPr>
        <p:blipFill>
          <a:blip r:embed="rId2"/>
          <a:stretch>
            <a:fillRect/>
          </a:stretch>
        </p:blipFill>
        <p:spPr>
          <a:xfrm>
            <a:off x="457200" y="1549400"/>
            <a:ext cx="6426200" cy="1600200"/>
          </a:xfrm>
          <a:prstGeom prst="rect">
            <a:avLst/>
          </a:prstGeom>
        </p:spPr>
      </p:pic>
      <p:pic>
        <p:nvPicPr>
          <p:cNvPr id="4" name="build1" descr="img/mastery_1.png">    </p:cNvPr>
          <p:cNvPicPr>
            <a:picLocks noChangeAspect="1"/>
          </p:cNvPicPr>
          <p:nvPr/>
        </p:nvPicPr>
        <p:blipFill>
          <a:blip r:embed="rId3"/>
          <a:stretch>
            <a:fillRect/>
          </a:stretch>
        </p:blipFill>
        <p:spPr>
          <a:xfrm>
            <a:off x="457200" y="2540000"/>
            <a:ext cx="6426200" cy="1600200"/>
          </a:xfrm>
          <a:prstGeom prst="rect">
            <a:avLst/>
          </a:prstGeom>
        </p:spPr>
      </p:pic>
      <p:pic>
        <p:nvPicPr>
          <p:cNvPr id="5" name="build2" descr="img/mastery_2.png">    </p:cNvPr>
          <p:cNvPicPr>
            <a:picLocks noChangeAspect="1"/>
          </p:cNvPicPr>
          <p:nvPr/>
        </p:nvPicPr>
        <p:blipFill>
          <a:blip r:embed="rId4"/>
          <a:stretch>
            <a:fillRect/>
          </a:stretch>
        </p:blipFill>
        <p:spPr>
          <a:xfrm>
            <a:off x="457200" y="3530600"/>
            <a:ext cx="6426200" cy="1600200"/>
          </a:xfrm>
          <a:prstGeom prst="rect">
            <a:avLst/>
          </a:prstGeom>
        </p:spPr>
      </p:pic>
      <p:pic>
        <p:nvPicPr>
          <p:cNvPr id="6" name="build3" descr="img/mastery_3.png">    </p:cNvPr>
          <p:cNvPicPr>
            <a:picLocks noChangeAspect="1"/>
          </p:cNvPicPr>
          <p:nvPr/>
        </p:nvPicPr>
        <p:blipFill>
          <a:blip r:embed="rId5"/>
          <a:stretch>
            <a:fillRect/>
          </a:stretch>
        </p:blipFill>
        <p:spPr>
          <a:xfrm>
            <a:off x="457200" y="4521200"/>
            <a:ext cx="6426200" cy="1752600"/>
          </a:xfrm>
          <a:prstGeom prst="rect">
            <a:avLst/>
          </a:prstGeom>
        </p:spPr>
      </p:pic>
      <p:pic>
        <p:nvPicPr>
          <p:cNvPr id="7" name="build4" descr="img/mastery_4.png">    </p:cNvPr>
          <p:cNvPicPr>
            <a:picLocks noChangeAspect="1"/>
          </p:cNvPicPr>
          <p:nvPr/>
        </p:nvPicPr>
        <p:blipFill>
          <a:blip r:embed="rId6"/>
          <a:stretch>
            <a:fillRect/>
          </a:stretch>
        </p:blipFill>
        <p:spPr>
          <a:xfrm>
            <a:off x="6375400" y="4521200"/>
            <a:ext cx="5359400" cy="17526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ppt_x</p:attrName>
                                        </p:attrNameLst>
                                      </p:cBhvr>
                                      <p:tavLst>
                                        <p:tav tm="0">
                                          <p:val>
                                            <p:strVal val="#ppt_x"/>
                                          </p:val>
                                        </p:tav>
                                        <p:tav tm="100000">
                                          <p:val>
                                            <p:strVal val="#ppt_x"/>
                                          </p:val>
                                        </p:tav>
                                      </p:tavLst>
                                    </p:anim>
                                    <p:anim calcmode="lin" valueType="num">
                                      <p:cBhvr additive="base">
                                        <p:cTn id="8" dur="600" fill="hold"/>
                                        <p:tgtEl>
                                          <p:spTgt spid="3"/>
                                        </p:tgtEl>
                                        <p:attrNameLst>
                                          <p:attrName>ppt_y</p:attrName>
                                        </p:attrNameLst>
                                      </p:cBhvr>
                                      <p:tavLst>
                                        <p:tav tm="0">
                                          <p:val>
                                            <p:strVal val="#ppt_y+0.12"/>
                                          </p:val>
                                        </p:tav>
                                        <p:tav tm="100000">
                                          <p:val>
                                            <p:strVal val="#ppt_y"/>
                                          </p:val>
                                        </p:tav>
                                      </p:tavLst>
                                    </p:anim>
                                    <p:animEffect transition="in" filter="fade">
                                      <p:cBhvr>
                                        <p:cTn id="6" dur="600"/>
                                        <p:tgtEl>
                                          <p:spTgt spid="3"/>
                                        </p:tgtEl>
                                      </p:cBhvr>
                                    </p:animEffect>
                                  </p:childTnLst>
                                </p:cTn>
                              </p:par>
                            </p:childTnLst>
                          </p:cTn>
                        </p:par>
                      </p:childTnLst>
                    </p:cTn>
                  </p:par>
                  <p:par>
                    <p:cTn id="10" fill="hold">
                      <p:stCondLst>
                        <p:cond delay="indefinite"/>
                      </p:stCondLst>
                      <p:childTnLst>
                        <p:par>
                          <p:cTn id="11" fill="hold">
                            <p:stCondLst>
                              <p:cond delay="0"/>
                            </p:stCondLst>
                            <p:childTnLst>
                              <p:par>
                                <p:cTn id="16"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4" dur="600" fill="hold"/>
                                        <p:tgtEl>
                                          <p:spTgt spid="4"/>
                                        </p:tgtEl>
                                        <p:attrNameLst>
                                          <p:attrName>ppt_x</p:attrName>
                                        </p:attrNameLst>
                                      </p:cBhvr>
                                      <p:tavLst>
                                        <p:tav tm="0">
                                          <p:val>
                                            <p:strVal val="#ppt_x"/>
                                          </p:val>
                                        </p:tav>
                                        <p:tav tm="100000">
                                          <p:val>
                                            <p:strVal val="#ppt_x"/>
                                          </p:val>
                                        </p:tav>
                                      </p:tavLst>
                                    </p:anim>
                                    <p:anim calcmode="lin" valueType="num">
                                      <p:cBhvr additive="base">
                                        <p:cTn id="15" dur="600" fill="hold"/>
                                        <p:tgtEl>
                                          <p:spTgt spid="4"/>
                                        </p:tgtEl>
                                        <p:attrNameLst>
                                          <p:attrName>ppt_y</p:attrName>
                                        </p:attrNameLst>
                                      </p:cBhvr>
                                      <p:tavLst>
                                        <p:tav tm="0">
                                          <p:val>
                                            <p:strVal val="#ppt_y+0.12"/>
                                          </p:val>
                                        </p:tav>
                                        <p:tav tm="100000">
                                          <p:val>
                                            <p:strVal val="#ppt_y"/>
                                          </p:val>
                                        </p:tav>
                                      </p:tavLst>
                                    </p:anim>
                                    <p:animEffect transition="in" filter="fade">
                                      <p:cBhvr>
                                        <p:cTn id="13" dur="600"/>
                                        <p:tgtEl>
                                          <p:spTgt spid="4"/>
                                        </p:tgtEl>
                                      </p:cBhvr>
                                    </p:animEffect>
                                  </p:childTnLst>
                                </p:cTn>
                              </p:par>
                            </p:childTnLst>
                          </p:cTn>
                        </p:par>
                      </p:childTnLst>
                    </p:cTn>
                  </p:par>
                  <p:par>
                    <p:cTn id="17" fill="hold">
                      <p:stCondLst>
                        <p:cond delay="indefinite"/>
                      </p:stCondLst>
                      <p:childTnLst>
                        <p:par>
                          <p:cTn id="18" fill="hold">
                            <p:stCondLst>
                              <p:cond delay="0"/>
                            </p:stCondLst>
                            <p:childTnLst>
                              <p:par>
                                <p:cTn id="23" presetID="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1" dur="600" fill="hold"/>
                                        <p:tgtEl>
                                          <p:spTgt spid="5"/>
                                        </p:tgtEl>
                                        <p:attrNameLst>
                                          <p:attrName>ppt_x</p:attrName>
                                        </p:attrNameLst>
                                      </p:cBhvr>
                                      <p:tavLst>
                                        <p:tav tm="0">
                                          <p:val>
                                            <p:strVal val="#ppt_x"/>
                                          </p:val>
                                        </p:tav>
                                        <p:tav tm="100000">
                                          <p:val>
                                            <p:strVal val="#ppt_x"/>
                                          </p:val>
                                        </p:tav>
                                      </p:tavLst>
                                    </p:anim>
                                    <p:anim calcmode="lin" valueType="num">
                                      <p:cBhvr additive="base">
                                        <p:cTn id="22" dur="600" fill="hold"/>
                                        <p:tgtEl>
                                          <p:spTgt spid="5"/>
                                        </p:tgtEl>
                                        <p:attrNameLst>
                                          <p:attrName>ppt_y</p:attrName>
                                        </p:attrNameLst>
                                      </p:cBhvr>
                                      <p:tavLst>
                                        <p:tav tm="0">
                                          <p:val>
                                            <p:strVal val="#ppt_y+0.12"/>
                                          </p:val>
                                        </p:tav>
                                        <p:tav tm="100000">
                                          <p:val>
                                            <p:strVal val="#ppt_y"/>
                                          </p:val>
                                        </p:tav>
                                      </p:tavLst>
                                    </p:anim>
                                    <p:animEffect transition="in" filter="fade">
                                      <p:cBhvr>
                                        <p:cTn id="20" dur="600"/>
                                        <p:tgtEl>
                                          <p:spTgt spid="5"/>
                                        </p:tgtEl>
                                      </p:cBhvr>
                                    </p:animEffect>
                                  </p:childTnLst>
                                </p:cTn>
                              </p:par>
                            </p:childTnLst>
                          </p:cTn>
                        </p:par>
                      </p:childTnLst>
                    </p:cTn>
                  </p:par>
                  <p:par>
                    <p:cTn id="24" fill="hold">
                      <p:stCondLst>
                        <p:cond delay="indefinite"/>
                      </p:stCondLst>
                      <p:childTnLst>
                        <p:par>
                          <p:cTn id="25" fill="hold">
                            <p:stCondLst>
                              <p:cond delay="0"/>
                            </p:stCondLst>
                            <p:childTnLst>
                              <p:par>
                                <p:cTn id="30" presetID="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8" dur="600" fill="hold"/>
                                        <p:tgtEl>
                                          <p:spTgt spid="6"/>
                                        </p:tgtEl>
                                        <p:attrNameLst>
                                          <p:attrName>ppt_x</p:attrName>
                                        </p:attrNameLst>
                                      </p:cBhvr>
                                      <p:tavLst>
                                        <p:tav tm="0">
                                          <p:val>
                                            <p:strVal val="#ppt_x"/>
                                          </p:val>
                                        </p:tav>
                                        <p:tav tm="100000">
                                          <p:val>
                                            <p:strVal val="#ppt_x"/>
                                          </p:val>
                                        </p:tav>
                                      </p:tavLst>
                                    </p:anim>
                                    <p:anim calcmode="lin" valueType="num">
                                      <p:cBhvr additive="base">
                                        <p:cTn id="29" dur="600" fill="hold"/>
                                        <p:tgtEl>
                                          <p:spTgt spid="6"/>
                                        </p:tgtEl>
                                        <p:attrNameLst>
                                          <p:attrName>ppt_y</p:attrName>
                                        </p:attrNameLst>
                                      </p:cBhvr>
                                      <p:tavLst>
                                        <p:tav tm="0">
                                          <p:val>
                                            <p:strVal val="#ppt_y+0.12"/>
                                          </p:val>
                                        </p:tav>
                                        <p:tav tm="100000">
                                          <p:val>
                                            <p:strVal val="#ppt_y"/>
                                          </p:val>
                                        </p:tav>
                                      </p:tavLst>
                                    </p:anim>
                                    <p:animEffect transition="in" filter="fade">
                                      <p:cBhvr>
                                        <p:cTn id="27" dur="600"/>
                                        <p:tgtEl>
                                          <p:spTgt spid="6"/>
                                        </p:tgtEl>
                                      </p:cBhvr>
                                    </p:animEffect>
                                  </p:childTnLst>
                                </p:cTn>
                              </p:par>
                            </p:childTnLst>
                          </p:cTn>
                        </p:par>
                      </p:childTnLst>
                    </p:cTn>
                  </p:par>
                  <p:par>
                    <p:cTn id="31" fill="hold">
                      <p:stCondLst>
                        <p:cond delay="indefinite"/>
                      </p:stCondLst>
                      <p:childTnLst>
                        <p:par>
                          <p:cTn id="32" fill="hold">
                            <p:stCondLst>
                              <p:cond delay="0"/>
                            </p:stCondLst>
                            <p:childTnLst>
                              <p:par>
                                <p:cTn id="37" presetID="53" presetClass="entr" presetSubtype="16"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additive="base">
                                        <p:cTn id="35" dur="600" fill="hold"/>
                                        <p:tgtEl>
                                          <p:spTgt spid="7"/>
                                        </p:tgtEl>
                                        <p:attrNameLst>
                                          <p:attrName>ppt_w</p:attrName>
                                        </p:attrNameLst>
                                      </p:cBhvr>
                                      <p:tavLst>
                                        <p:tav tm="0">
                                          <p:val>
                                            <p:strVal val="0"/>
                                          </p:val>
                                        </p:tav>
                                        <p:tav tm="100000">
                                          <p:val>
                                            <p:strVal val="#ppt_w"/>
                                          </p:val>
                                        </p:tav>
                                      </p:tavLst>
                                    </p:anim>
                                    <p:anim calcmode="lin" valueType="num">
                                      <p:cBhvr additive="base">
                                        <p:cTn id="36" dur="600" fill="hold"/>
                                        <p:tgtEl>
                                          <p:spTgt spid="7"/>
                                        </p:tgtEl>
                                        <p:attrNameLst>
                                          <p:attrName>ppt_h</p:attrName>
                                        </p:attrNameLst>
                                      </p:cBhvr>
                                      <p:tavLst>
                                        <p:tav tm="0">
                                          <p:val>
                                            <p:strVal val="0"/>
                                          </p:val>
                                        </p:tav>
                                        <p:tav tm="100000">
                                          <p:val>
                                            <p:strVal val="#ppt_h"/>
                                          </p:val>
                                        </p:tav>
                                      </p:tavLst>
                                    </p:anim>
                                    <p:animEffect transition="in" filter="fade">
                                      <p:cBhvr>
                                        <p:cTn id="34"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bg" descr="img/rules_bg.jpg">    </p:cNvPr>
          <p:cNvPicPr>
            <a:picLocks noChangeAspect="1"/>
          </p:cNvPicPr>
          <p:nvPr/>
        </p:nvPicPr>
        <p:blipFill>
          <a:blip r:embed="rId1"/>
          <a:stretch>
            <a:fillRect/>
          </a:stretch>
        </p:blipFill>
        <p:spPr>
          <a:xfrm>
            <a:off x="0" y="0"/>
            <a:ext cx="12191695" cy="6858000"/>
          </a:xfrm>
          <a:prstGeom prst="rect">
            <a:avLst/>
          </a:prstGeom>
        </p:spPr>
      </p:pic>
      <p:pic>
        <p:nvPicPr>
          <p:cNvPr id="3" name="build0" descr="img/rules_0.png">    </p:cNvPr>
          <p:cNvPicPr>
            <a:picLocks noChangeAspect="1"/>
          </p:cNvPicPr>
          <p:nvPr/>
        </p:nvPicPr>
        <p:blipFill>
          <a:blip r:embed="rId2"/>
          <a:stretch>
            <a:fillRect/>
          </a:stretch>
        </p:blipFill>
        <p:spPr>
          <a:xfrm>
            <a:off x="457200" y="1485900"/>
            <a:ext cx="3225800" cy="1917700"/>
          </a:xfrm>
          <a:prstGeom prst="rect">
            <a:avLst/>
          </a:prstGeom>
        </p:spPr>
      </p:pic>
      <p:pic>
        <p:nvPicPr>
          <p:cNvPr id="4" name="build1" descr="img/rules_1.png">    </p:cNvPr>
          <p:cNvPicPr>
            <a:picLocks noChangeAspect="1"/>
          </p:cNvPicPr>
          <p:nvPr/>
        </p:nvPicPr>
        <p:blipFill>
          <a:blip r:embed="rId3"/>
          <a:stretch>
            <a:fillRect/>
          </a:stretch>
        </p:blipFill>
        <p:spPr>
          <a:xfrm>
            <a:off x="3098800" y="1485900"/>
            <a:ext cx="3225800" cy="1917700"/>
          </a:xfrm>
          <a:prstGeom prst="rect">
            <a:avLst/>
          </a:prstGeom>
        </p:spPr>
      </p:pic>
      <p:pic>
        <p:nvPicPr>
          <p:cNvPr id="5" name="build2" descr="img/rules_2.png">    </p:cNvPr>
          <p:cNvPicPr>
            <a:picLocks noChangeAspect="1"/>
          </p:cNvPicPr>
          <p:nvPr/>
        </p:nvPicPr>
        <p:blipFill>
          <a:blip r:embed="rId4"/>
          <a:stretch>
            <a:fillRect/>
          </a:stretch>
        </p:blipFill>
        <p:spPr>
          <a:xfrm>
            <a:off x="5740400" y="1485900"/>
            <a:ext cx="3225800" cy="1917700"/>
          </a:xfrm>
          <a:prstGeom prst="rect">
            <a:avLst/>
          </a:prstGeom>
        </p:spPr>
      </p:pic>
      <p:pic>
        <p:nvPicPr>
          <p:cNvPr id="6" name="build3" descr="img/rules_3.png">    </p:cNvPr>
          <p:cNvPicPr>
            <a:picLocks noChangeAspect="1"/>
          </p:cNvPicPr>
          <p:nvPr/>
        </p:nvPicPr>
        <p:blipFill>
          <a:blip r:embed="rId5"/>
          <a:stretch>
            <a:fillRect/>
          </a:stretch>
        </p:blipFill>
        <p:spPr>
          <a:xfrm>
            <a:off x="8382000" y="1485900"/>
            <a:ext cx="3225800" cy="1917700"/>
          </a:xfrm>
          <a:prstGeom prst="rect">
            <a:avLst/>
          </a:prstGeom>
        </p:spPr>
      </p:pic>
      <p:pic>
        <p:nvPicPr>
          <p:cNvPr id="7" name="build4" descr="img/rules_4.png">    </p:cNvPr>
          <p:cNvPicPr>
            <a:picLocks noChangeAspect="1"/>
          </p:cNvPicPr>
          <p:nvPr/>
        </p:nvPicPr>
        <p:blipFill>
          <a:blip r:embed="rId6"/>
          <a:stretch>
            <a:fillRect/>
          </a:stretch>
        </p:blipFill>
        <p:spPr>
          <a:xfrm>
            <a:off x="457200" y="2819400"/>
            <a:ext cx="3225800" cy="1917700"/>
          </a:xfrm>
          <a:prstGeom prst="rect">
            <a:avLst/>
          </a:prstGeom>
        </p:spPr>
      </p:pic>
      <p:pic>
        <p:nvPicPr>
          <p:cNvPr id="8" name="build5" descr="img/rules_5.png">    </p:cNvPr>
          <p:cNvPicPr>
            <a:picLocks noChangeAspect="1"/>
          </p:cNvPicPr>
          <p:nvPr/>
        </p:nvPicPr>
        <p:blipFill>
          <a:blip r:embed="rId7"/>
          <a:stretch>
            <a:fillRect/>
          </a:stretch>
        </p:blipFill>
        <p:spPr>
          <a:xfrm>
            <a:off x="3098800" y="2819400"/>
            <a:ext cx="3225800" cy="1917700"/>
          </a:xfrm>
          <a:prstGeom prst="rect">
            <a:avLst/>
          </a:prstGeom>
        </p:spPr>
      </p:pic>
      <p:pic>
        <p:nvPicPr>
          <p:cNvPr id="9" name="build6" descr="img/rules_6.png">    </p:cNvPr>
          <p:cNvPicPr>
            <a:picLocks noChangeAspect="1"/>
          </p:cNvPicPr>
          <p:nvPr/>
        </p:nvPicPr>
        <p:blipFill>
          <a:blip r:embed="rId8"/>
          <a:stretch>
            <a:fillRect/>
          </a:stretch>
        </p:blipFill>
        <p:spPr>
          <a:xfrm>
            <a:off x="5740400" y="2819400"/>
            <a:ext cx="3225800" cy="1917700"/>
          </a:xfrm>
          <a:prstGeom prst="rect">
            <a:avLst/>
          </a:prstGeom>
        </p:spPr>
      </p:pic>
      <p:pic>
        <p:nvPicPr>
          <p:cNvPr id="10" name="build7" descr="img/rules_7.png">    </p:cNvPr>
          <p:cNvPicPr>
            <a:picLocks noChangeAspect="1"/>
          </p:cNvPicPr>
          <p:nvPr/>
        </p:nvPicPr>
        <p:blipFill>
          <a:blip r:embed="rId9"/>
          <a:stretch>
            <a:fillRect/>
          </a:stretch>
        </p:blipFill>
        <p:spPr>
          <a:xfrm>
            <a:off x="8382000" y="2819400"/>
            <a:ext cx="3225800" cy="1917700"/>
          </a:xfrm>
          <a:prstGeom prst="rect">
            <a:avLst/>
          </a:prstGeom>
        </p:spPr>
      </p:pic>
      <p:pic>
        <p:nvPicPr>
          <p:cNvPr id="11" name="build8" descr="img/rules_8.png">    </p:cNvPr>
          <p:cNvPicPr>
            <a:picLocks noChangeAspect="1"/>
          </p:cNvPicPr>
          <p:nvPr/>
        </p:nvPicPr>
        <p:blipFill>
          <a:blip r:embed="rId10"/>
          <a:stretch>
            <a:fillRect/>
          </a:stretch>
        </p:blipFill>
        <p:spPr>
          <a:xfrm>
            <a:off x="457200" y="4229100"/>
            <a:ext cx="11150600" cy="21463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ppt_x</p:attrName>
                                        </p:attrNameLst>
                                      </p:cBhvr>
                                      <p:tavLst>
                                        <p:tav tm="0">
                                          <p:val>
                                            <p:strVal val="#ppt_x"/>
                                          </p:val>
                                        </p:tav>
                                        <p:tav tm="100000">
                                          <p:val>
                                            <p:strVal val="#ppt_x"/>
                                          </p:val>
                                        </p:tav>
                                      </p:tavLst>
                                    </p:anim>
                                    <p:anim calcmode="lin" valueType="num">
                                      <p:cBhvr additive="base">
                                        <p:cTn id="8" dur="600" fill="hold"/>
                                        <p:tgtEl>
                                          <p:spTgt spid="3"/>
                                        </p:tgtEl>
                                        <p:attrNameLst>
                                          <p:attrName>ppt_y</p:attrName>
                                        </p:attrNameLst>
                                      </p:cBhvr>
                                      <p:tavLst>
                                        <p:tav tm="0">
                                          <p:val>
                                            <p:strVal val="#ppt_y+0.12"/>
                                          </p:val>
                                        </p:tav>
                                        <p:tav tm="100000">
                                          <p:val>
                                            <p:strVal val="#ppt_y"/>
                                          </p:val>
                                        </p:tav>
                                      </p:tavLst>
                                    </p:anim>
                                    <p:animEffect transition="in" filter="fade">
                                      <p:cBhvr>
                                        <p:cTn id="6" dur="600"/>
                                        <p:tgtEl>
                                          <p:spTgt spid="3"/>
                                        </p:tgtEl>
                                      </p:cBhvr>
                                    </p:animEffect>
                                  </p:childTnLst>
                                </p:cTn>
                              </p:par>
                              <p:par>
                                <p:cTn id="14"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0.12"/>
                                          </p:val>
                                        </p:tav>
                                        <p:tav tm="100000">
                                          <p:val>
                                            <p:strVal val="#ppt_y"/>
                                          </p:val>
                                        </p:tav>
                                      </p:tavLst>
                                    </p:anim>
                                    <p:animEffect transition="in" filter="fade">
                                      <p:cBhvr>
                                        <p:cTn id="11" dur="600"/>
                                        <p:tgtEl>
                                          <p:spTgt spid="4"/>
                                        </p:tgtEl>
                                      </p:cBhvr>
                                    </p:animEffect>
                                  </p:childTnLst>
                                </p:cTn>
                              </p:par>
                              <p:par>
                                <p:cTn id="19" presetID="2" presetClass="entr" presetSubtype="4"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7" dur="600" fill="hold"/>
                                        <p:tgtEl>
                                          <p:spTgt spid="5"/>
                                        </p:tgtEl>
                                        <p:attrNameLst>
                                          <p:attrName>ppt_x</p:attrName>
                                        </p:attrNameLst>
                                      </p:cBhvr>
                                      <p:tavLst>
                                        <p:tav tm="0">
                                          <p:val>
                                            <p:strVal val="#ppt_x"/>
                                          </p:val>
                                        </p:tav>
                                        <p:tav tm="100000">
                                          <p:val>
                                            <p:strVal val="#ppt_x"/>
                                          </p:val>
                                        </p:tav>
                                      </p:tavLst>
                                    </p:anim>
                                    <p:anim calcmode="lin" valueType="num">
                                      <p:cBhvr additive="base">
                                        <p:cTn id="18" dur="600" fill="hold"/>
                                        <p:tgtEl>
                                          <p:spTgt spid="5"/>
                                        </p:tgtEl>
                                        <p:attrNameLst>
                                          <p:attrName>ppt_y</p:attrName>
                                        </p:attrNameLst>
                                      </p:cBhvr>
                                      <p:tavLst>
                                        <p:tav tm="0">
                                          <p:val>
                                            <p:strVal val="#ppt_y+0.12"/>
                                          </p:val>
                                        </p:tav>
                                        <p:tav tm="100000">
                                          <p:val>
                                            <p:strVal val="#ppt_y"/>
                                          </p:val>
                                        </p:tav>
                                      </p:tavLst>
                                    </p:anim>
                                    <p:animEffect transition="in" filter="fade">
                                      <p:cBhvr>
                                        <p:cTn id="16" dur="600"/>
                                        <p:tgtEl>
                                          <p:spTgt spid="5"/>
                                        </p:tgtEl>
                                      </p:cBhvr>
                                    </p:animEffect>
                                  </p:childTnLst>
                                </p:cTn>
                              </p:par>
                              <p:par>
                                <p:cTn id="24"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2" dur="600" fill="hold"/>
                                        <p:tgtEl>
                                          <p:spTgt spid="6"/>
                                        </p:tgtEl>
                                        <p:attrNameLst>
                                          <p:attrName>ppt_x</p:attrName>
                                        </p:attrNameLst>
                                      </p:cBhvr>
                                      <p:tavLst>
                                        <p:tav tm="0">
                                          <p:val>
                                            <p:strVal val="#ppt_x"/>
                                          </p:val>
                                        </p:tav>
                                        <p:tav tm="100000">
                                          <p:val>
                                            <p:strVal val="#ppt_x"/>
                                          </p:val>
                                        </p:tav>
                                      </p:tavLst>
                                    </p:anim>
                                    <p:anim calcmode="lin" valueType="num">
                                      <p:cBhvr additive="base">
                                        <p:cTn id="23" dur="600" fill="hold"/>
                                        <p:tgtEl>
                                          <p:spTgt spid="6"/>
                                        </p:tgtEl>
                                        <p:attrNameLst>
                                          <p:attrName>ppt_y</p:attrName>
                                        </p:attrNameLst>
                                      </p:cBhvr>
                                      <p:tavLst>
                                        <p:tav tm="0">
                                          <p:val>
                                            <p:strVal val="#ppt_y+0.12"/>
                                          </p:val>
                                        </p:tav>
                                        <p:tav tm="100000">
                                          <p:val>
                                            <p:strVal val="#ppt_y"/>
                                          </p:val>
                                        </p:tav>
                                      </p:tavLst>
                                    </p:anim>
                                    <p:animEffect transition="in" filter="fade">
                                      <p:cBhvr>
                                        <p:cTn id="21" dur="600"/>
                                        <p:tgtEl>
                                          <p:spTgt spid="6"/>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9" dur="600" fill="hold"/>
                                        <p:tgtEl>
                                          <p:spTgt spid="7"/>
                                        </p:tgtEl>
                                        <p:attrNameLst>
                                          <p:attrName>ppt_x</p:attrName>
                                        </p:attrNameLst>
                                      </p:cBhvr>
                                      <p:tavLst>
                                        <p:tav tm="0">
                                          <p:val>
                                            <p:strVal val="#ppt_x"/>
                                          </p:val>
                                        </p:tav>
                                        <p:tav tm="100000">
                                          <p:val>
                                            <p:strVal val="#ppt_x"/>
                                          </p:val>
                                        </p:tav>
                                      </p:tavLst>
                                    </p:anim>
                                    <p:anim calcmode="lin" valueType="num">
                                      <p:cBhvr additive="base">
                                        <p:cTn id="30" dur="600" fill="hold"/>
                                        <p:tgtEl>
                                          <p:spTgt spid="7"/>
                                        </p:tgtEl>
                                        <p:attrNameLst>
                                          <p:attrName>ppt_y</p:attrName>
                                        </p:attrNameLst>
                                      </p:cBhvr>
                                      <p:tavLst>
                                        <p:tav tm="0">
                                          <p:val>
                                            <p:strVal val="#ppt_y+0.12"/>
                                          </p:val>
                                        </p:tav>
                                        <p:tav tm="100000">
                                          <p:val>
                                            <p:strVal val="#ppt_y"/>
                                          </p:val>
                                        </p:tav>
                                      </p:tavLst>
                                    </p:anim>
                                    <p:animEffect transition="in" filter="fade">
                                      <p:cBhvr>
                                        <p:cTn id="28" dur="600"/>
                                        <p:tgtEl>
                                          <p:spTgt spid="7"/>
                                        </p:tgtEl>
                                      </p:cBhvr>
                                    </p:animEffect>
                                  </p:childTnLst>
                                </p:cTn>
                              </p:par>
                              <p:par>
                                <p:cTn id="36" presetID="2" presetClass="entr" presetSubtype="4"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4" dur="600" fill="hold"/>
                                        <p:tgtEl>
                                          <p:spTgt spid="8"/>
                                        </p:tgtEl>
                                        <p:attrNameLst>
                                          <p:attrName>ppt_x</p:attrName>
                                        </p:attrNameLst>
                                      </p:cBhvr>
                                      <p:tavLst>
                                        <p:tav tm="0">
                                          <p:val>
                                            <p:strVal val="#ppt_x"/>
                                          </p:val>
                                        </p:tav>
                                        <p:tav tm="100000">
                                          <p:val>
                                            <p:strVal val="#ppt_x"/>
                                          </p:val>
                                        </p:tav>
                                      </p:tavLst>
                                    </p:anim>
                                    <p:anim calcmode="lin" valueType="num">
                                      <p:cBhvr additive="base">
                                        <p:cTn id="35" dur="600" fill="hold"/>
                                        <p:tgtEl>
                                          <p:spTgt spid="8"/>
                                        </p:tgtEl>
                                        <p:attrNameLst>
                                          <p:attrName>ppt_y</p:attrName>
                                        </p:attrNameLst>
                                      </p:cBhvr>
                                      <p:tavLst>
                                        <p:tav tm="0">
                                          <p:val>
                                            <p:strVal val="#ppt_y+0.12"/>
                                          </p:val>
                                        </p:tav>
                                        <p:tav tm="100000">
                                          <p:val>
                                            <p:strVal val="#ppt_y"/>
                                          </p:val>
                                        </p:tav>
                                      </p:tavLst>
                                    </p:anim>
                                    <p:animEffect transition="in" filter="fade">
                                      <p:cBhvr>
                                        <p:cTn id="33" dur="600"/>
                                        <p:tgtEl>
                                          <p:spTgt spid="8"/>
                                        </p:tgtEl>
                                      </p:cBhvr>
                                    </p:animEffect>
                                  </p:childTnLst>
                                </p:cTn>
                              </p:par>
                              <p:par>
                                <p:cTn id="41" presetID="2" presetClass="entr" presetSubtype="4"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9" dur="600" fill="hold"/>
                                        <p:tgtEl>
                                          <p:spTgt spid="9"/>
                                        </p:tgtEl>
                                        <p:attrNameLst>
                                          <p:attrName>ppt_x</p:attrName>
                                        </p:attrNameLst>
                                      </p:cBhvr>
                                      <p:tavLst>
                                        <p:tav tm="0">
                                          <p:val>
                                            <p:strVal val="#ppt_x"/>
                                          </p:val>
                                        </p:tav>
                                        <p:tav tm="100000">
                                          <p:val>
                                            <p:strVal val="#ppt_x"/>
                                          </p:val>
                                        </p:tav>
                                      </p:tavLst>
                                    </p:anim>
                                    <p:anim calcmode="lin" valueType="num">
                                      <p:cBhvr additive="base">
                                        <p:cTn id="40" dur="600" fill="hold"/>
                                        <p:tgtEl>
                                          <p:spTgt spid="9"/>
                                        </p:tgtEl>
                                        <p:attrNameLst>
                                          <p:attrName>ppt_y</p:attrName>
                                        </p:attrNameLst>
                                      </p:cBhvr>
                                      <p:tavLst>
                                        <p:tav tm="0">
                                          <p:val>
                                            <p:strVal val="#ppt_y+0.12"/>
                                          </p:val>
                                        </p:tav>
                                        <p:tav tm="100000">
                                          <p:val>
                                            <p:strVal val="#ppt_y"/>
                                          </p:val>
                                        </p:tav>
                                      </p:tavLst>
                                    </p:anim>
                                    <p:animEffect transition="in" filter="fade">
                                      <p:cBhvr>
                                        <p:cTn id="38" dur="600"/>
                                        <p:tgtEl>
                                          <p:spTgt spid="9"/>
                                        </p:tgtEl>
                                      </p:cBhvr>
                                    </p:animEffect>
                                  </p:childTnLst>
                                </p:cTn>
                              </p:par>
                              <p:par>
                                <p:cTn id="46" presetID="53" presetClass="entr" presetSubtype="16" fill="hold" nodeType="with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4" dur="600" fill="hold"/>
                                        <p:tgtEl>
                                          <p:spTgt spid="10"/>
                                        </p:tgtEl>
                                        <p:attrNameLst>
                                          <p:attrName>ppt_w</p:attrName>
                                        </p:attrNameLst>
                                      </p:cBhvr>
                                      <p:tavLst>
                                        <p:tav tm="0">
                                          <p:val>
                                            <p:strVal val="0"/>
                                          </p:val>
                                        </p:tav>
                                        <p:tav tm="100000">
                                          <p:val>
                                            <p:strVal val="#ppt_w"/>
                                          </p:val>
                                        </p:tav>
                                      </p:tavLst>
                                    </p:anim>
                                    <p:anim calcmode="lin" valueType="num">
                                      <p:cBhvr additive="base">
                                        <p:cTn id="45" dur="600" fill="hold"/>
                                        <p:tgtEl>
                                          <p:spTgt spid="10"/>
                                        </p:tgtEl>
                                        <p:attrNameLst>
                                          <p:attrName>ppt_h</p:attrName>
                                        </p:attrNameLst>
                                      </p:cBhvr>
                                      <p:tavLst>
                                        <p:tav tm="0">
                                          <p:val>
                                            <p:strVal val="0"/>
                                          </p:val>
                                        </p:tav>
                                        <p:tav tm="100000">
                                          <p:val>
                                            <p:strVal val="#ppt_h"/>
                                          </p:val>
                                        </p:tav>
                                      </p:tavLst>
                                    </p:anim>
                                    <p:animEffect transition="in" filter="fade">
                                      <p:cBhvr>
                                        <p:cTn id="43" dur="600"/>
                                        <p:tgtEl>
                                          <p:spTgt spid="10"/>
                                        </p:tgtEl>
                                      </p:cBhvr>
                                    </p:animEffect>
                                  </p:childTnLst>
                                </p:cTn>
                              </p:par>
                            </p:childTnLst>
                          </p:cTn>
                        </p:par>
                      </p:childTnLst>
                    </p:cTn>
                  </p:par>
                  <p:par>
                    <p:cTn id="47" fill="hold">
                      <p:stCondLst>
                        <p:cond delay="indefinite"/>
                      </p:stCondLst>
                      <p:childTnLst>
                        <p:par>
                          <p:cTn id="48" fill="hold">
                            <p:stCondLst>
                              <p:cond delay="0"/>
                            </p:stCondLst>
                            <p:childTnLst>
                              <p:par>
                                <p:cTn id="53" presetID="2" presetClass="entr" presetSubtype="4"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1" dur="600" fill="hold"/>
                                        <p:tgtEl>
                                          <p:spTgt spid="11"/>
                                        </p:tgtEl>
                                        <p:attrNameLst>
                                          <p:attrName>ppt_x</p:attrName>
                                        </p:attrNameLst>
                                      </p:cBhvr>
                                      <p:tavLst>
                                        <p:tav tm="0">
                                          <p:val>
                                            <p:strVal val="#ppt_x"/>
                                          </p:val>
                                        </p:tav>
                                        <p:tav tm="100000">
                                          <p:val>
                                            <p:strVal val="#ppt_x"/>
                                          </p:val>
                                        </p:tav>
                                      </p:tavLst>
                                    </p:anim>
                                    <p:anim calcmode="lin" valueType="num">
                                      <p:cBhvr additive="base">
                                        <p:cTn id="52" dur="600" fill="hold"/>
                                        <p:tgtEl>
                                          <p:spTgt spid="11"/>
                                        </p:tgtEl>
                                        <p:attrNameLst>
                                          <p:attrName>ppt_y</p:attrName>
                                        </p:attrNameLst>
                                      </p:cBhvr>
                                      <p:tavLst>
                                        <p:tav tm="0">
                                          <p:val>
                                            <p:strVal val="#ppt_y+0.12"/>
                                          </p:val>
                                        </p:tav>
                                        <p:tav tm="100000">
                                          <p:val>
                                            <p:strVal val="#ppt_y"/>
                                          </p:val>
                                        </p:tav>
                                      </p:tavLst>
                                    </p:anim>
                                    <p:animEffect transition="in" filter="fade">
                                      <p:cBhvr>
                                        <p:cTn id="50"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bg" descr="img/buddy_bg.jpg">    </p:cNvPr>
          <p:cNvPicPr>
            <a:picLocks noChangeAspect="1"/>
          </p:cNvPicPr>
          <p:nvPr/>
        </p:nvPicPr>
        <p:blipFill>
          <a:blip r:embed="rId1"/>
          <a:stretch>
            <a:fillRect/>
          </a:stretch>
        </p:blipFill>
        <p:spPr>
          <a:xfrm>
            <a:off x="0" y="0"/>
            <a:ext cx="12191695" cy="6858000"/>
          </a:xfrm>
          <a:prstGeom prst="rect">
            <a:avLst/>
          </a:prstGeom>
        </p:spPr>
      </p:pic>
      <p:pic>
        <p:nvPicPr>
          <p:cNvPr id="3" name="build0" descr="img/buddy_0.png">    </p:cNvPr>
          <p:cNvPicPr>
            <a:picLocks noChangeAspect="1"/>
          </p:cNvPicPr>
          <p:nvPr/>
        </p:nvPicPr>
        <p:blipFill>
          <a:blip r:embed="rId2"/>
          <a:stretch>
            <a:fillRect/>
          </a:stretch>
        </p:blipFill>
        <p:spPr>
          <a:xfrm>
            <a:off x="457200" y="4597400"/>
            <a:ext cx="6426200" cy="1727200"/>
          </a:xfrm>
          <a:prstGeom prst="rect">
            <a:avLst/>
          </a:prstGeom>
        </p:spPr>
      </p:pic>
      <p:pic>
        <p:nvPicPr>
          <p:cNvPr id="4" name="build1" descr="img/buddy_1.png">    </p:cNvPr>
          <p:cNvPicPr>
            <a:picLocks noChangeAspect="1"/>
          </p:cNvPicPr>
          <p:nvPr/>
        </p:nvPicPr>
        <p:blipFill>
          <a:blip r:embed="rId3"/>
          <a:stretch>
            <a:fillRect/>
          </a:stretch>
        </p:blipFill>
        <p:spPr>
          <a:xfrm>
            <a:off x="6375400" y="4597400"/>
            <a:ext cx="5359400" cy="17272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ppt_x</p:attrName>
                                        </p:attrNameLst>
                                      </p:cBhvr>
                                      <p:tavLst>
                                        <p:tav tm="0">
                                          <p:val>
                                            <p:strVal val="#ppt_x"/>
                                          </p:val>
                                        </p:tav>
                                        <p:tav tm="100000">
                                          <p:val>
                                            <p:strVal val="#ppt_x"/>
                                          </p:val>
                                        </p:tav>
                                      </p:tavLst>
                                    </p:anim>
                                    <p:anim calcmode="lin" valueType="num">
                                      <p:cBhvr additive="base">
                                        <p:cTn id="8" dur="600" fill="hold"/>
                                        <p:tgtEl>
                                          <p:spTgt spid="3"/>
                                        </p:tgtEl>
                                        <p:attrNameLst>
                                          <p:attrName>ppt_y</p:attrName>
                                        </p:attrNameLst>
                                      </p:cBhvr>
                                      <p:tavLst>
                                        <p:tav tm="0">
                                          <p:val>
                                            <p:strVal val="#ppt_y+0.12"/>
                                          </p:val>
                                        </p:tav>
                                        <p:tav tm="100000">
                                          <p:val>
                                            <p:strVal val="#ppt_y"/>
                                          </p:val>
                                        </p:tav>
                                      </p:tavLst>
                                    </p:anim>
                                    <p:animEffect transition="in" filter="fade">
                                      <p:cBhvr>
                                        <p:cTn id="6" dur="600"/>
                                        <p:tgtEl>
                                          <p:spTgt spid="3"/>
                                        </p:tgtEl>
                                      </p:cBhvr>
                                    </p:animEffect>
                                  </p:childTnLst>
                                </p:cTn>
                              </p:par>
                            </p:childTnLst>
                          </p:cTn>
                        </p:par>
                      </p:childTnLst>
                    </p:cTn>
                  </p:par>
                  <p:par>
                    <p:cTn id="10" fill="hold">
                      <p:stCondLst>
                        <p:cond delay="indefinite"/>
                      </p:stCondLst>
                      <p:childTnLst>
                        <p:par>
                          <p:cTn id="11" fill="hold">
                            <p:stCondLst>
                              <p:cond delay="0"/>
                            </p:stCondLst>
                            <p:childTnLst>
                              <p:par>
                                <p:cTn id="16"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4" dur="600" fill="hold"/>
                                        <p:tgtEl>
                                          <p:spTgt spid="4"/>
                                        </p:tgtEl>
                                        <p:attrNameLst>
                                          <p:attrName>ppt_x</p:attrName>
                                        </p:attrNameLst>
                                      </p:cBhvr>
                                      <p:tavLst>
                                        <p:tav tm="0">
                                          <p:val>
                                            <p:strVal val="#ppt_x"/>
                                          </p:val>
                                        </p:tav>
                                        <p:tav tm="100000">
                                          <p:val>
                                            <p:strVal val="#ppt_x"/>
                                          </p:val>
                                        </p:tav>
                                      </p:tavLst>
                                    </p:anim>
                                    <p:anim calcmode="lin" valueType="num">
                                      <p:cBhvr additive="base">
                                        <p:cTn id="15" dur="600" fill="hold"/>
                                        <p:tgtEl>
                                          <p:spTgt spid="4"/>
                                        </p:tgtEl>
                                        <p:attrNameLst>
                                          <p:attrName>ppt_y</p:attrName>
                                        </p:attrNameLst>
                                      </p:cBhvr>
                                      <p:tavLst>
                                        <p:tav tm="0">
                                          <p:val>
                                            <p:strVal val="#ppt_y+0.12"/>
                                          </p:val>
                                        </p:tav>
                                        <p:tav tm="100000">
                                          <p:val>
                                            <p:strVal val="#ppt_y"/>
                                          </p:val>
                                        </p:tav>
                                      </p:tavLst>
                                    </p:anim>
                                    <p:animEffect transition="in" filter="fade">
                                      <p:cBhvr>
                                        <p:cTn id="13"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bg" descr="img/focus_bg.jpg">    </p:cNvPr>
          <p:cNvPicPr>
            <a:picLocks noChangeAspect="1"/>
          </p:cNvPicPr>
          <p:nvPr/>
        </p:nvPicPr>
        <p:blipFill>
          <a:blip r:embed="rId1"/>
          <a:stretch>
            <a:fillRect/>
          </a:stretch>
        </p:blipFill>
        <p:spPr>
          <a:xfrm>
            <a:off x="0" y="0"/>
            <a:ext cx="12191695" cy="6858000"/>
          </a:xfrm>
          <a:prstGeom prst="rect">
            <a:avLst/>
          </a:prstGeom>
        </p:spPr>
      </p:pic>
      <p:pic>
        <p:nvPicPr>
          <p:cNvPr id="3" name="build0" descr="img/focus_0.png">    </p:cNvPr>
          <p:cNvPicPr>
            <a:picLocks noChangeAspect="1"/>
          </p:cNvPicPr>
          <p:nvPr/>
        </p:nvPicPr>
        <p:blipFill>
          <a:blip r:embed="rId2"/>
          <a:stretch>
            <a:fillRect/>
          </a:stretch>
        </p:blipFill>
        <p:spPr>
          <a:xfrm>
            <a:off x="457200" y="4635500"/>
            <a:ext cx="5892800" cy="1663700"/>
          </a:xfrm>
          <a:prstGeom prst="rect">
            <a:avLst/>
          </a:prstGeom>
        </p:spPr>
      </p:pic>
      <p:pic>
        <p:nvPicPr>
          <p:cNvPr id="4" name="build1" descr="img/focus_1.png">    </p:cNvPr>
          <p:cNvPicPr>
            <a:picLocks noChangeAspect="1"/>
          </p:cNvPicPr>
          <p:nvPr/>
        </p:nvPicPr>
        <p:blipFill>
          <a:blip r:embed="rId3"/>
          <a:stretch>
            <a:fillRect/>
          </a:stretch>
        </p:blipFill>
        <p:spPr>
          <a:xfrm>
            <a:off x="5842000" y="4635500"/>
            <a:ext cx="5892800" cy="166370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ppt_x</p:attrName>
                                        </p:attrNameLst>
                                      </p:cBhvr>
                                      <p:tavLst>
                                        <p:tav tm="0">
                                          <p:val>
                                            <p:strVal val="#ppt_x"/>
                                          </p:val>
                                        </p:tav>
                                        <p:tav tm="100000">
                                          <p:val>
                                            <p:strVal val="#ppt_x"/>
                                          </p:val>
                                        </p:tav>
                                      </p:tavLst>
                                    </p:anim>
                                    <p:anim calcmode="lin" valueType="num">
                                      <p:cBhvr additive="base">
                                        <p:cTn id="8" dur="600" fill="hold"/>
                                        <p:tgtEl>
                                          <p:spTgt spid="3"/>
                                        </p:tgtEl>
                                        <p:attrNameLst>
                                          <p:attrName>ppt_y</p:attrName>
                                        </p:attrNameLst>
                                      </p:cBhvr>
                                      <p:tavLst>
                                        <p:tav tm="0">
                                          <p:val>
                                            <p:strVal val="#ppt_y+0.12"/>
                                          </p:val>
                                        </p:tav>
                                        <p:tav tm="100000">
                                          <p:val>
                                            <p:strVal val="#ppt_y"/>
                                          </p:val>
                                        </p:tav>
                                      </p:tavLst>
                                    </p:anim>
                                    <p:animEffect transition="in" filter="fade">
                                      <p:cBhvr>
                                        <p:cTn id="6" dur="600"/>
                                        <p:tgtEl>
                                          <p:spTgt spid="3"/>
                                        </p:tgtEl>
                                      </p:cBhvr>
                                    </p:animEffect>
                                  </p:childTnLst>
                                </p:cTn>
                              </p:par>
                            </p:childTnLst>
                          </p:cTn>
                        </p:par>
                      </p:childTnLst>
                    </p:cTn>
                  </p:par>
                  <p:par>
                    <p:cTn id="10" fill="hold">
                      <p:stCondLst>
                        <p:cond delay="indefinite"/>
                      </p:stCondLst>
                      <p:childTnLst>
                        <p:par>
                          <p:cTn id="11" fill="hold">
                            <p:stCondLst>
                              <p:cond delay="0"/>
                            </p:stCondLst>
                            <p:childTnLst>
                              <p:par>
                                <p:cTn id="16"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4" dur="600" fill="hold"/>
                                        <p:tgtEl>
                                          <p:spTgt spid="4"/>
                                        </p:tgtEl>
                                        <p:attrNameLst>
                                          <p:attrName>ppt_x</p:attrName>
                                        </p:attrNameLst>
                                      </p:cBhvr>
                                      <p:tavLst>
                                        <p:tav tm="0">
                                          <p:val>
                                            <p:strVal val="#ppt_x"/>
                                          </p:val>
                                        </p:tav>
                                        <p:tav tm="100000">
                                          <p:val>
                                            <p:strVal val="#ppt_x"/>
                                          </p:val>
                                        </p:tav>
                                      </p:tavLst>
                                    </p:anim>
                                    <p:anim calcmode="lin" valueType="num">
                                      <p:cBhvr additive="base">
                                        <p:cTn id="15" dur="600" fill="hold"/>
                                        <p:tgtEl>
                                          <p:spTgt spid="4"/>
                                        </p:tgtEl>
                                        <p:attrNameLst>
                                          <p:attrName>ppt_y</p:attrName>
                                        </p:attrNameLst>
                                      </p:cBhvr>
                                      <p:tavLst>
                                        <p:tav tm="0">
                                          <p:val>
                                            <p:strVal val="#ppt_y+0.12"/>
                                          </p:val>
                                        </p:tav>
                                        <p:tav tm="100000">
                                          <p:val>
                                            <p:strVal val="#ppt_y"/>
                                          </p:val>
                                        </p:tav>
                                      </p:tavLst>
                                    </p:anim>
                                    <p:animEffect transition="in" filter="fade">
                                      <p:cBhvr>
                                        <p:cTn id="13"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bg" descr="img/teacher_bg.jpg">    </p:cNvPr>
          <p:cNvPicPr>
            <a:picLocks noChangeAspect="1"/>
          </p:cNvPicPr>
          <p:nvPr/>
        </p:nvPicPr>
        <p:blipFill>
          <a:blip r:embed="rId1"/>
          <a:stretch>
            <a:fillRect/>
          </a:stretch>
        </p:blipFill>
        <p:spPr>
          <a:xfrm>
            <a:off x="0" y="0"/>
            <a:ext cx="12191695" cy="6858000"/>
          </a:xfrm>
          <a:prstGeom prst="rect">
            <a:avLst/>
          </a:prstGeom>
        </p:spPr>
      </p:pic>
      <p:pic>
        <p:nvPicPr>
          <p:cNvPr id="3" name="build0" descr="img/teacher_0.png">    </p:cNvPr>
          <p:cNvPicPr>
            <a:picLocks noChangeAspect="1"/>
          </p:cNvPicPr>
          <p:nvPr/>
        </p:nvPicPr>
        <p:blipFill>
          <a:blip r:embed="rId2"/>
          <a:stretch>
            <a:fillRect/>
          </a:stretch>
        </p:blipFill>
        <p:spPr>
          <a:xfrm>
            <a:off x="7670800" y="1485900"/>
            <a:ext cx="4064000" cy="1917700"/>
          </a:xfrm>
          <a:prstGeom prst="rect">
            <a:avLst/>
          </a:prstGeom>
        </p:spPr>
      </p:pic>
      <p:pic>
        <p:nvPicPr>
          <p:cNvPr id="4" name="build1" descr="img/teacher_1.png">    </p:cNvPr>
          <p:cNvPicPr>
            <a:picLocks noChangeAspect="1"/>
          </p:cNvPicPr>
          <p:nvPr/>
        </p:nvPicPr>
        <p:blipFill>
          <a:blip r:embed="rId3"/>
          <a:stretch>
            <a:fillRect/>
          </a:stretch>
        </p:blipFill>
        <p:spPr>
          <a:xfrm>
            <a:off x="7670800" y="2844800"/>
            <a:ext cx="4064000" cy="1917700"/>
          </a:xfrm>
          <a:prstGeom prst="rect">
            <a:avLst/>
          </a:prstGeom>
        </p:spPr>
      </p:pic>
      <p:pic>
        <p:nvPicPr>
          <p:cNvPr id="5" name="build2" descr="img/teacher_2.png">    </p:cNvPr>
          <p:cNvPicPr>
            <a:picLocks noChangeAspect="1"/>
          </p:cNvPicPr>
          <p:nvPr/>
        </p:nvPicPr>
        <p:blipFill>
          <a:blip r:embed="rId4"/>
          <a:stretch>
            <a:fillRect/>
          </a:stretch>
        </p:blipFill>
        <p:spPr>
          <a:xfrm>
            <a:off x="7670800" y="4203700"/>
            <a:ext cx="4064000" cy="193675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ppt_x</p:attrName>
                                        </p:attrNameLst>
                                      </p:cBhvr>
                                      <p:tavLst>
                                        <p:tav tm="0">
                                          <p:val>
                                            <p:strVal val="#ppt_x"/>
                                          </p:val>
                                        </p:tav>
                                        <p:tav tm="100000">
                                          <p:val>
                                            <p:strVal val="#ppt_x"/>
                                          </p:val>
                                        </p:tav>
                                      </p:tavLst>
                                    </p:anim>
                                    <p:anim calcmode="lin" valueType="num">
                                      <p:cBhvr additive="base">
                                        <p:cTn id="8" dur="600" fill="hold"/>
                                        <p:tgtEl>
                                          <p:spTgt spid="3"/>
                                        </p:tgtEl>
                                        <p:attrNameLst>
                                          <p:attrName>ppt_y</p:attrName>
                                        </p:attrNameLst>
                                      </p:cBhvr>
                                      <p:tavLst>
                                        <p:tav tm="0">
                                          <p:val>
                                            <p:strVal val="#ppt_y+0.12"/>
                                          </p:val>
                                        </p:tav>
                                        <p:tav tm="100000">
                                          <p:val>
                                            <p:strVal val="#ppt_y"/>
                                          </p:val>
                                        </p:tav>
                                      </p:tavLst>
                                    </p:anim>
                                    <p:animEffect transition="in" filter="fade">
                                      <p:cBhvr>
                                        <p:cTn id="6" dur="600"/>
                                        <p:tgtEl>
                                          <p:spTgt spid="3"/>
                                        </p:tgtEl>
                                      </p:cBhvr>
                                    </p:animEffect>
                                  </p:childTnLst>
                                </p:cTn>
                              </p:par>
                            </p:childTnLst>
                          </p:cTn>
                        </p:par>
                      </p:childTnLst>
                    </p:cTn>
                  </p:par>
                  <p:par>
                    <p:cTn id="10" fill="hold">
                      <p:stCondLst>
                        <p:cond delay="indefinite"/>
                      </p:stCondLst>
                      <p:childTnLst>
                        <p:par>
                          <p:cTn id="11" fill="hold">
                            <p:stCondLst>
                              <p:cond delay="0"/>
                            </p:stCondLst>
                            <p:childTnLst>
                              <p:par>
                                <p:cTn id="16"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4" dur="600" fill="hold"/>
                                        <p:tgtEl>
                                          <p:spTgt spid="4"/>
                                        </p:tgtEl>
                                        <p:attrNameLst>
                                          <p:attrName>ppt_x</p:attrName>
                                        </p:attrNameLst>
                                      </p:cBhvr>
                                      <p:tavLst>
                                        <p:tav tm="0">
                                          <p:val>
                                            <p:strVal val="#ppt_x"/>
                                          </p:val>
                                        </p:tav>
                                        <p:tav tm="100000">
                                          <p:val>
                                            <p:strVal val="#ppt_x"/>
                                          </p:val>
                                        </p:tav>
                                      </p:tavLst>
                                    </p:anim>
                                    <p:anim calcmode="lin" valueType="num">
                                      <p:cBhvr additive="base">
                                        <p:cTn id="15" dur="600" fill="hold"/>
                                        <p:tgtEl>
                                          <p:spTgt spid="4"/>
                                        </p:tgtEl>
                                        <p:attrNameLst>
                                          <p:attrName>ppt_y</p:attrName>
                                        </p:attrNameLst>
                                      </p:cBhvr>
                                      <p:tavLst>
                                        <p:tav tm="0">
                                          <p:val>
                                            <p:strVal val="#ppt_y+0.12"/>
                                          </p:val>
                                        </p:tav>
                                        <p:tav tm="100000">
                                          <p:val>
                                            <p:strVal val="#ppt_y"/>
                                          </p:val>
                                        </p:tav>
                                      </p:tavLst>
                                    </p:anim>
                                    <p:animEffect transition="in" filter="fade">
                                      <p:cBhvr>
                                        <p:cTn id="13" dur="600"/>
                                        <p:tgtEl>
                                          <p:spTgt spid="4"/>
                                        </p:tgtEl>
                                      </p:cBhvr>
                                    </p:animEffect>
                                  </p:childTnLst>
                                </p:cTn>
                              </p:par>
                            </p:childTnLst>
                          </p:cTn>
                        </p:par>
                      </p:childTnLst>
                    </p:cTn>
                  </p:par>
                  <p:par>
                    <p:cTn id="17" fill="hold">
                      <p:stCondLst>
                        <p:cond delay="indefinite"/>
                      </p:stCondLst>
                      <p:childTnLst>
                        <p:par>
                          <p:cTn id="18" fill="hold">
                            <p:stCondLst>
                              <p:cond delay="0"/>
                            </p:stCondLst>
                            <p:childTnLst>
                              <p:par>
                                <p:cTn id="23" presetID="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1" dur="600" fill="hold"/>
                                        <p:tgtEl>
                                          <p:spTgt spid="5"/>
                                        </p:tgtEl>
                                        <p:attrNameLst>
                                          <p:attrName>ppt_x</p:attrName>
                                        </p:attrNameLst>
                                      </p:cBhvr>
                                      <p:tavLst>
                                        <p:tav tm="0">
                                          <p:val>
                                            <p:strVal val="#ppt_x"/>
                                          </p:val>
                                        </p:tav>
                                        <p:tav tm="100000">
                                          <p:val>
                                            <p:strVal val="#ppt_x"/>
                                          </p:val>
                                        </p:tav>
                                      </p:tavLst>
                                    </p:anim>
                                    <p:anim calcmode="lin" valueType="num">
                                      <p:cBhvr additive="base">
                                        <p:cTn id="22" dur="600" fill="hold"/>
                                        <p:tgtEl>
                                          <p:spTgt spid="5"/>
                                        </p:tgtEl>
                                        <p:attrNameLst>
                                          <p:attrName>ppt_y</p:attrName>
                                        </p:attrNameLst>
                                      </p:cBhvr>
                                      <p:tavLst>
                                        <p:tav tm="0">
                                          <p:val>
                                            <p:strVal val="#ppt_y+0.12"/>
                                          </p:val>
                                        </p:tav>
                                        <p:tav tm="100000">
                                          <p:val>
                                            <p:strVal val="#ppt_y"/>
                                          </p:val>
                                        </p:tav>
                                      </p:tavLst>
                                    </p:anim>
                                    <p:animEffect transition="in" filter="fade">
                                      <p:cBhvr>
                                        <p:cTn id="20"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bg" descr="img/admin_bg.jpg">    </p:cNvPr>
          <p:cNvPicPr>
            <a:picLocks noChangeAspect="1"/>
          </p:cNvPicPr>
          <p:nvPr/>
        </p:nvPicPr>
        <p:blipFill>
          <a:blip r:embed="rId1"/>
          <a:stretch>
            <a:fillRect/>
          </a:stretch>
        </p:blipFill>
        <p:spPr>
          <a:xfrm>
            <a:off x="0" y="0"/>
            <a:ext cx="12191695" cy="6858000"/>
          </a:xfrm>
          <a:prstGeom prst="rect">
            <a:avLst/>
          </a:prstGeom>
        </p:spPr>
      </p:pic>
      <p:pic>
        <p:nvPicPr>
          <p:cNvPr id="3" name="build0" descr="img/admin_0.png">    </p:cNvPr>
          <p:cNvPicPr>
            <a:picLocks noChangeAspect="1"/>
          </p:cNvPicPr>
          <p:nvPr/>
        </p:nvPicPr>
        <p:blipFill>
          <a:blip r:embed="rId2"/>
          <a:stretch>
            <a:fillRect/>
          </a:stretch>
        </p:blipFill>
        <p:spPr>
          <a:xfrm>
            <a:off x="457200" y="1485900"/>
            <a:ext cx="4064000" cy="1917700"/>
          </a:xfrm>
          <a:prstGeom prst="rect">
            <a:avLst/>
          </a:prstGeom>
        </p:spPr>
      </p:pic>
      <p:pic>
        <p:nvPicPr>
          <p:cNvPr id="4" name="build1" descr="img/admin_1.png">    </p:cNvPr>
          <p:cNvPicPr>
            <a:picLocks noChangeAspect="1"/>
          </p:cNvPicPr>
          <p:nvPr/>
        </p:nvPicPr>
        <p:blipFill>
          <a:blip r:embed="rId3"/>
          <a:stretch>
            <a:fillRect/>
          </a:stretch>
        </p:blipFill>
        <p:spPr>
          <a:xfrm>
            <a:off x="457200" y="2844800"/>
            <a:ext cx="4064000" cy="1917700"/>
          </a:xfrm>
          <a:prstGeom prst="rect">
            <a:avLst/>
          </a:prstGeom>
        </p:spPr>
      </p:pic>
      <p:pic>
        <p:nvPicPr>
          <p:cNvPr id="5" name="build2" descr="img/admin_2.png">    </p:cNvPr>
          <p:cNvPicPr>
            <a:picLocks noChangeAspect="1"/>
          </p:cNvPicPr>
          <p:nvPr/>
        </p:nvPicPr>
        <p:blipFill>
          <a:blip r:embed="rId4"/>
          <a:stretch>
            <a:fillRect/>
          </a:stretch>
        </p:blipFill>
        <p:spPr>
          <a:xfrm>
            <a:off x="457200" y="4203700"/>
            <a:ext cx="4064000" cy="19367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ppt_x</p:attrName>
                                        </p:attrNameLst>
                                      </p:cBhvr>
                                      <p:tavLst>
                                        <p:tav tm="0">
                                          <p:val>
                                            <p:strVal val="#ppt_x"/>
                                          </p:val>
                                        </p:tav>
                                        <p:tav tm="100000">
                                          <p:val>
                                            <p:strVal val="#ppt_x"/>
                                          </p:val>
                                        </p:tav>
                                      </p:tavLst>
                                    </p:anim>
                                    <p:anim calcmode="lin" valueType="num">
                                      <p:cBhvr additive="base">
                                        <p:cTn id="8" dur="600" fill="hold"/>
                                        <p:tgtEl>
                                          <p:spTgt spid="3"/>
                                        </p:tgtEl>
                                        <p:attrNameLst>
                                          <p:attrName>ppt_y</p:attrName>
                                        </p:attrNameLst>
                                      </p:cBhvr>
                                      <p:tavLst>
                                        <p:tav tm="0">
                                          <p:val>
                                            <p:strVal val="#ppt_y+0.12"/>
                                          </p:val>
                                        </p:tav>
                                        <p:tav tm="100000">
                                          <p:val>
                                            <p:strVal val="#ppt_y"/>
                                          </p:val>
                                        </p:tav>
                                      </p:tavLst>
                                    </p:anim>
                                    <p:animEffect transition="in" filter="fade">
                                      <p:cBhvr>
                                        <p:cTn id="6" dur="600"/>
                                        <p:tgtEl>
                                          <p:spTgt spid="3"/>
                                        </p:tgtEl>
                                      </p:cBhvr>
                                    </p:animEffect>
                                  </p:childTnLst>
                                </p:cTn>
                              </p:par>
                            </p:childTnLst>
                          </p:cTn>
                        </p:par>
                      </p:childTnLst>
                    </p:cTn>
                  </p:par>
                  <p:par>
                    <p:cTn id="10" fill="hold">
                      <p:stCondLst>
                        <p:cond delay="indefinite"/>
                      </p:stCondLst>
                      <p:childTnLst>
                        <p:par>
                          <p:cTn id="11" fill="hold">
                            <p:stCondLst>
                              <p:cond delay="0"/>
                            </p:stCondLst>
                            <p:childTnLst>
                              <p:par>
                                <p:cTn id="16"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4" dur="600" fill="hold"/>
                                        <p:tgtEl>
                                          <p:spTgt spid="4"/>
                                        </p:tgtEl>
                                        <p:attrNameLst>
                                          <p:attrName>ppt_x</p:attrName>
                                        </p:attrNameLst>
                                      </p:cBhvr>
                                      <p:tavLst>
                                        <p:tav tm="0">
                                          <p:val>
                                            <p:strVal val="#ppt_x"/>
                                          </p:val>
                                        </p:tav>
                                        <p:tav tm="100000">
                                          <p:val>
                                            <p:strVal val="#ppt_x"/>
                                          </p:val>
                                        </p:tav>
                                      </p:tavLst>
                                    </p:anim>
                                    <p:anim calcmode="lin" valueType="num">
                                      <p:cBhvr additive="base">
                                        <p:cTn id="15" dur="600" fill="hold"/>
                                        <p:tgtEl>
                                          <p:spTgt spid="4"/>
                                        </p:tgtEl>
                                        <p:attrNameLst>
                                          <p:attrName>ppt_y</p:attrName>
                                        </p:attrNameLst>
                                      </p:cBhvr>
                                      <p:tavLst>
                                        <p:tav tm="0">
                                          <p:val>
                                            <p:strVal val="#ppt_y+0.12"/>
                                          </p:val>
                                        </p:tav>
                                        <p:tav tm="100000">
                                          <p:val>
                                            <p:strVal val="#ppt_y"/>
                                          </p:val>
                                        </p:tav>
                                      </p:tavLst>
                                    </p:anim>
                                    <p:animEffect transition="in" filter="fade">
                                      <p:cBhvr>
                                        <p:cTn id="13" dur="600"/>
                                        <p:tgtEl>
                                          <p:spTgt spid="4"/>
                                        </p:tgtEl>
                                      </p:cBhvr>
                                    </p:animEffect>
                                  </p:childTnLst>
                                </p:cTn>
                              </p:par>
                            </p:childTnLst>
                          </p:cTn>
                        </p:par>
                      </p:childTnLst>
                    </p:cTn>
                  </p:par>
                  <p:par>
                    <p:cTn id="17" fill="hold">
                      <p:stCondLst>
                        <p:cond delay="indefinite"/>
                      </p:stCondLst>
                      <p:childTnLst>
                        <p:par>
                          <p:cTn id="18" fill="hold">
                            <p:stCondLst>
                              <p:cond delay="0"/>
                            </p:stCondLst>
                            <p:childTnLst>
                              <p:par>
                                <p:cTn id="23" presetID="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1" dur="600" fill="hold"/>
                                        <p:tgtEl>
                                          <p:spTgt spid="5"/>
                                        </p:tgtEl>
                                        <p:attrNameLst>
                                          <p:attrName>ppt_x</p:attrName>
                                        </p:attrNameLst>
                                      </p:cBhvr>
                                      <p:tavLst>
                                        <p:tav tm="0">
                                          <p:val>
                                            <p:strVal val="#ppt_x"/>
                                          </p:val>
                                        </p:tav>
                                        <p:tav tm="100000">
                                          <p:val>
                                            <p:strVal val="#ppt_x"/>
                                          </p:val>
                                        </p:tav>
                                      </p:tavLst>
                                    </p:anim>
                                    <p:anim calcmode="lin" valueType="num">
                                      <p:cBhvr additive="base">
                                        <p:cTn id="22" dur="600" fill="hold"/>
                                        <p:tgtEl>
                                          <p:spTgt spid="5"/>
                                        </p:tgtEl>
                                        <p:attrNameLst>
                                          <p:attrName>ppt_y</p:attrName>
                                        </p:attrNameLst>
                                      </p:cBhvr>
                                      <p:tavLst>
                                        <p:tav tm="0">
                                          <p:val>
                                            <p:strVal val="#ppt_y+0.12"/>
                                          </p:val>
                                        </p:tav>
                                        <p:tav tm="100000">
                                          <p:val>
                                            <p:strVal val="#ppt_y"/>
                                          </p:val>
                                        </p:tav>
                                      </p:tavLst>
                                    </p:anim>
                                    <p:animEffect transition="in" filter="fade">
                                      <p:cBhvr>
                                        <p:cTn id="20"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bg" descr="img/planner_bg.jpg">    </p:cNvPr>
          <p:cNvPicPr>
            <a:picLocks noChangeAspect="1"/>
          </p:cNvPicPr>
          <p:nvPr/>
        </p:nvPicPr>
        <p:blipFill>
          <a:blip r:embed="rId1"/>
          <a:stretch>
            <a:fillRect/>
          </a:stretch>
        </p:blipFill>
        <p:spPr>
          <a:xfrm>
            <a:off x="0" y="0"/>
            <a:ext cx="12191695" cy="6858000"/>
          </a:xfrm>
          <a:prstGeom prst="rect">
            <a:avLst/>
          </a:prstGeom>
        </p:spPr>
      </p:pic>
      <p:pic>
        <p:nvPicPr>
          <p:cNvPr id="3" name="build0" descr="img/planner_0.png">    </p:cNvPr>
          <p:cNvPicPr>
            <a:picLocks noChangeAspect="1"/>
          </p:cNvPicPr>
          <p:nvPr/>
        </p:nvPicPr>
        <p:blipFill>
          <a:blip r:embed="rId2"/>
          <a:stretch>
            <a:fillRect/>
          </a:stretch>
        </p:blipFill>
        <p:spPr>
          <a:xfrm>
            <a:off x="457200" y="4635500"/>
            <a:ext cx="5892800" cy="1663700"/>
          </a:xfrm>
          <a:prstGeom prst="rect">
            <a:avLst/>
          </a:prstGeom>
        </p:spPr>
      </p:pic>
      <p:pic>
        <p:nvPicPr>
          <p:cNvPr id="4" name="build1" descr="img/planner_1.png">    </p:cNvPr>
          <p:cNvPicPr>
            <a:picLocks noChangeAspect="1"/>
          </p:cNvPicPr>
          <p:nvPr/>
        </p:nvPicPr>
        <p:blipFill>
          <a:blip r:embed="rId3"/>
          <a:stretch>
            <a:fillRect/>
          </a:stretch>
        </p:blipFill>
        <p:spPr>
          <a:xfrm>
            <a:off x="5842000" y="4635500"/>
            <a:ext cx="5892800" cy="16637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ppt_x</p:attrName>
                                        </p:attrNameLst>
                                      </p:cBhvr>
                                      <p:tavLst>
                                        <p:tav tm="0">
                                          <p:val>
                                            <p:strVal val="#ppt_x"/>
                                          </p:val>
                                        </p:tav>
                                        <p:tav tm="100000">
                                          <p:val>
                                            <p:strVal val="#ppt_x"/>
                                          </p:val>
                                        </p:tav>
                                      </p:tavLst>
                                    </p:anim>
                                    <p:anim calcmode="lin" valueType="num">
                                      <p:cBhvr additive="base">
                                        <p:cTn id="8" dur="600" fill="hold"/>
                                        <p:tgtEl>
                                          <p:spTgt spid="3"/>
                                        </p:tgtEl>
                                        <p:attrNameLst>
                                          <p:attrName>ppt_y</p:attrName>
                                        </p:attrNameLst>
                                      </p:cBhvr>
                                      <p:tavLst>
                                        <p:tav tm="0">
                                          <p:val>
                                            <p:strVal val="#ppt_y+0.12"/>
                                          </p:val>
                                        </p:tav>
                                        <p:tav tm="100000">
                                          <p:val>
                                            <p:strVal val="#ppt_y"/>
                                          </p:val>
                                        </p:tav>
                                      </p:tavLst>
                                    </p:anim>
                                    <p:animEffect transition="in" filter="fade">
                                      <p:cBhvr>
                                        <p:cTn id="6" dur="600"/>
                                        <p:tgtEl>
                                          <p:spTgt spid="3"/>
                                        </p:tgtEl>
                                      </p:cBhvr>
                                    </p:animEffect>
                                  </p:childTnLst>
                                </p:cTn>
                              </p:par>
                            </p:childTnLst>
                          </p:cTn>
                        </p:par>
                      </p:childTnLst>
                    </p:cTn>
                  </p:par>
                  <p:par>
                    <p:cTn id="10" fill="hold">
                      <p:stCondLst>
                        <p:cond delay="indefinite"/>
                      </p:stCondLst>
                      <p:childTnLst>
                        <p:par>
                          <p:cTn id="11" fill="hold">
                            <p:stCondLst>
                              <p:cond delay="0"/>
                            </p:stCondLst>
                            <p:childTnLst>
                              <p:par>
                                <p:cTn id="16"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4" dur="600" fill="hold"/>
                                        <p:tgtEl>
                                          <p:spTgt spid="4"/>
                                        </p:tgtEl>
                                        <p:attrNameLst>
                                          <p:attrName>ppt_x</p:attrName>
                                        </p:attrNameLst>
                                      </p:cBhvr>
                                      <p:tavLst>
                                        <p:tav tm="0">
                                          <p:val>
                                            <p:strVal val="#ppt_x"/>
                                          </p:val>
                                        </p:tav>
                                        <p:tav tm="100000">
                                          <p:val>
                                            <p:strVal val="#ppt_x"/>
                                          </p:val>
                                        </p:tav>
                                      </p:tavLst>
                                    </p:anim>
                                    <p:anim calcmode="lin" valueType="num">
                                      <p:cBhvr additive="base">
                                        <p:cTn id="15" dur="600" fill="hold"/>
                                        <p:tgtEl>
                                          <p:spTgt spid="4"/>
                                        </p:tgtEl>
                                        <p:attrNameLst>
                                          <p:attrName>ppt_y</p:attrName>
                                        </p:attrNameLst>
                                      </p:cBhvr>
                                      <p:tavLst>
                                        <p:tav tm="0">
                                          <p:val>
                                            <p:strVal val="#ppt_y+0.12"/>
                                          </p:val>
                                        </p:tav>
                                        <p:tav tm="100000">
                                          <p:val>
                                            <p:strVal val="#ppt_y"/>
                                          </p:val>
                                        </p:tav>
                                      </p:tavLst>
                                    </p:anim>
                                    <p:animEffect transition="in" filter="fade">
                                      <p:cBhvr>
                                        <p:cTn id="13"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bg" descr="img/different_bg.jpg">    </p:cNvPr>
          <p:cNvPicPr>
            <a:picLocks noChangeAspect="1"/>
          </p:cNvPicPr>
          <p:nvPr/>
        </p:nvPicPr>
        <p:blipFill>
          <a:blip r:embed="rId1"/>
          <a:stretch>
            <a:fillRect/>
          </a:stretch>
        </p:blipFill>
        <p:spPr>
          <a:xfrm>
            <a:off x="0" y="0"/>
            <a:ext cx="12191695" cy="6858000"/>
          </a:xfrm>
          <a:prstGeom prst="rect">
            <a:avLst/>
          </a:prstGeom>
        </p:spPr>
      </p:pic>
      <p:pic>
        <p:nvPicPr>
          <p:cNvPr id="3" name="build0" descr="img/different_0.png">    </p:cNvPr>
          <p:cNvPicPr>
            <a:picLocks noChangeAspect="1"/>
          </p:cNvPicPr>
          <p:nvPr/>
        </p:nvPicPr>
        <p:blipFill>
          <a:blip r:embed="rId2"/>
          <a:stretch>
            <a:fillRect/>
          </a:stretch>
        </p:blipFill>
        <p:spPr>
          <a:xfrm>
            <a:off x="457200" y="1549400"/>
            <a:ext cx="4114800" cy="2616200"/>
          </a:xfrm>
          <a:prstGeom prst="rect">
            <a:avLst/>
          </a:prstGeom>
        </p:spPr>
      </p:pic>
      <p:pic>
        <p:nvPicPr>
          <p:cNvPr id="4" name="build1" descr="img/different_1.png">    </p:cNvPr>
          <p:cNvPicPr>
            <a:picLocks noChangeAspect="1"/>
          </p:cNvPicPr>
          <p:nvPr/>
        </p:nvPicPr>
        <p:blipFill>
          <a:blip r:embed="rId3"/>
          <a:stretch>
            <a:fillRect/>
          </a:stretch>
        </p:blipFill>
        <p:spPr>
          <a:xfrm>
            <a:off x="4038600" y="1549400"/>
            <a:ext cx="4114800" cy="2616200"/>
          </a:xfrm>
          <a:prstGeom prst="rect">
            <a:avLst/>
          </a:prstGeom>
        </p:spPr>
      </p:pic>
      <p:pic>
        <p:nvPicPr>
          <p:cNvPr id="5" name="build2" descr="img/different_2.png">    </p:cNvPr>
          <p:cNvPicPr>
            <a:picLocks noChangeAspect="1"/>
          </p:cNvPicPr>
          <p:nvPr/>
        </p:nvPicPr>
        <p:blipFill>
          <a:blip r:embed="rId4"/>
          <a:stretch>
            <a:fillRect/>
          </a:stretch>
        </p:blipFill>
        <p:spPr>
          <a:xfrm>
            <a:off x="7620000" y="1549400"/>
            <a:ext cx="4114800" cy="2616200"/>
          </a:xfrm>
          <a:prstGeom prst="rect">
            <a:avLst/>
          </a:prstGeom>
        </p:spPr>
      </p:pic>
      <p:pic>
        <p:nvPicPr>
          <p:cNvPr id="6" name="build3" descr="img/different_3.png">    </p:cNvPr>
          <p:cNvPicPr>
            <a:picLocks noChangeAspect="1"/>
          </p:cNvPicPr>
          <p:nvPr/>
        </p:nvPicPr>
        <p:blipFill>
          <a:blip r:embed="rId5"/>
          <a:stretch>
            <a:fillRect/>
          </a:stretch>
        </p:blipFill>
        <p:spPr>
          <a:xfrm>
            <a:off x="457200" y="3632200"/>
            <a:ext cx="4114800" cy="2616200"/>
          </a:xfrm>
          <a:prstGeom prst="rect">
            <a:avLst/>
          </a:prstGeom>
        </p:spPr>
      </p:pic>
      <p:pic>
        <p:nvPicPr>
          <p:cNvPr id="7" name="build4" descr="img/different_4.png">    </p:cNvPr>
          <p:cNvPicPr>
            <a:picLocks noChangeAspect="1"/>
          </p:cNvPicPr>
          <p:nvPr/>
        </p:nvPicPr>
        <p:blipFill>
          <a:blip r:embed="rId6"/>
          <a:stretch>
            <a:fillRect/>
          </a:stretch>
        </p:blipFill>
        <p:spPr>
          <a:xfrm>
            <a:off x="4038600" y="3632200"/>
            <a:ext cx="4114800" cy="2616200"/>
          </a:xfrm>
          <a:prstGeom prst="rect">
            <a:avLst/>
          </a:prstGeom>
        </p:spPr>
      </p:pic>
      <p:pic>
        <p:nvPicPr>
          <p:cNvPr id="8" name="build5" descr="img/different_5.png">    </p:cNvPr>
          <p:cNvPicPr>
            <a:picLocks noChangeAspect="1"/>
          </p:cNvPicPr>
          <p:nvPr/>
        </p:nvPicPr>
        <p:blipFill>
          <a:blip r:embed="rId7"/>
          <a:stretch>
            <a:fillRect/>
          </a:stretch>
        </p:blipFill>
        <p:spPr>
          <a:xfrm>
            <a:off x="7620000" y="3632200"/>
            <a:ext cx="4114800" cy="261620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ppt_x</p:attrName>
                                        </p:attrNameLst>
                                      </p:cBhvr>
                                      <p:tavLst>
                                        <p:tav tm="0">
                                          <p:val>
                                            <p:strVal val="#ppt_x"/>
                                          </p:val>
                                        </p:tav>
                                        <p:tav tm="100000">
                                          <p:val>
                                            <p:strVal val="#ppt_x"/>
                                          </p:val>
                                        </p:tav>
                                      </p:tavLst>
                                    </p:anim>
                                    <p:anim calcmode="lin" valueType="num">
                                      <p:cBhvr additive="base">
                                        <p:cTn id="8" dur="600" fill="hold"/>
                                        <p:tgtEl>
                                          <p:spTgt spid="3"/>
                                        </p:tgtEl>
                                        <p:attrNameLst>
                                          <p:attrName>ppt_y</p:attrName>
                                        </p:attrNameLst>
                                      </p:cBhvr>
                                      <p:tavLst>
                                        <p:tav tm="0">
                                          <p:val>
                                            <p:strVal val="#ppt_y+0.12"/>
                                          </p:val>
                                        </p:tav>
                                        <p:tav tm="100000">
                                          <p:val>
                                            <p:strVal val="#ppt_y"/>
                                          </p:val>
                                        </p:tav>
                                      </p:tavLst>
                                    </p:anim>
                                    <p:animEffect transition="in" filter="fade">
                                      <p:cBhvr>
                                        <p:cTn id="6" dur="600"/>
                                        <p:tgtEl>
                                          <p:spTgt spid="3"/>
                                        </p:tgtEl>
                                      </p:cBhvr>
                                    </p:animEffect>
                                  </p:childTnLst>
                                </p:cTn>
                              </p:par>
                              <p:par>
                                <p:cTn id="14"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0.12"/>
                                          </p:val>
                                        </p:tav>
                                        <p:tav tm="100000">
                                          <p:val>
                                            <p:strVal val="#ppt_y"/>
                                          </p:val>
                                        </p:tav>
                                      </p:tavLst>
                                    </p:anim>
                                    <p:animEffect transition="in" filter="fade">
                                      <p:cBhvr>
                                        <p:cTn id="11" dur="600"/>
                                        <p:tgtEl>
                                          <p:spTgt spid="4"/>
                                        </p:tgtEl>
                                      </p:cBhvr>
                                    </p:animEffect>
                                  </p:childTnLst>
                                </p:cTn>
                              </p:par>
                              <p:par>
                                <p:cTn id="19" presetID="2" presetClass="entr" presetSubtype="4"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7" dur="600" fill="hold"/>
                                        <p:tgtEl>
                                          <p:spTgt spid="5"/>
                                        </p:tgtEl>
                                        <p:attrNameLst>
                                          <p:attrName>ppt_x</p:attrName>
                                        </p:attrNameLst>
                                      </p:cBhvr>
                                      <p:tavLst>
                                        <p:tav tm="0">
                                          <p:val>
                                            <p:strVal val="#ppt_x"/>
                                          </p:val>
                                        </p:tav>
                                        <p:tav tm="100000">
                                          <p:val>
                                            <p:strVal val="#ppt_x"/>
                                          </p:val>
                                        </p:tav>
                                      </p:tavLst>
                                    </p:anim>
                                    <p:anim calcmode="lin" valueType="num">
                                      <p:cBhvr additive="base">
                                        <p:cTn id="18" dur="600" fill="hold"/>
                                        <p:tgtEl>
                                          <p:spTgt spid="5"/>
                                        </p:tgtEl>
                                        <p:attrNameLst>
                                          <p:attrName>ppt_y</p:attrName>
                                        </p:attrNameLst>
                                      </p:cBhvr>
                                      <p:tavLst>
                                        <p:tav tm="0">
                                          <p:val>
                                            <p:strVal val="#ppt_y+0.12"/>
                                          </p:val>
                                        </p:tav>
                                        <p:tav tm="100000">
                                          <p:val>
                                            <p:strVal val="#ppt_y"/>
                                          </p:val>
                                        </p:tav>
                                      </p:tavLst>
                                    </p:anim>
                                    <p:animEffect transition="in" filter="fade">
                                      <p:cBhvr>
                                        <p:cTn id="16" dur="600"/>
                                        <p:tgtEl>
                                          <p:spTgt spid="5"/>
                                        </p:tgtEl>
                                      </p:cBhvr>
                                    </p:animEffect>
                                  </p:childTnLst>
                                </p:cTn>
                              </p:par>
                            </p:childTnLst>
                          </p:cTn>
                        </p:par>
                      </p:childTnLst>
                    </p:cTn>
                  </p:par>
                  <p:par>
                    <p:cTn id="20" fill="hold">
                      <p:stCondLst>
                        <p:cond delay="indefinite"/>
                      </p:stCondLst>
                      <p:childTnLst>
                        <p:par>
                          <p:cTn id="21" fill="hold">
                            <p:stCondLst>
                              <p:cond delay="0"/>
                            </p:stCondLst>
                            <p:childTnLst>
                              <p:par>
                                <p:cTn id="26" presetID="2" presetClass="entr" presetSubtype="4"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ppt_y+0.12"/>
                                          </p:val>
                                        </p:tav>
                                        <p:tav tm="100000">
                                          <p:val>
                                            <p:strVal val="#ppt_y"/>
                                          </p:val>
                                        </p:tav>
                                      </p:tavLst>
                                    </p:anim>
                                    <p:animEffect transition="in" filter="fade">
                                      <p:cBhvr>
                                        <p:cTn id="23" dur="600"/>
                                        <p:tgtEl>
                                          <p:spTgt spid="6"/>
                                        </p:tgtEl>
                                      </p:cBhvr>
                                    </p:animEffect>
                                  </p:childTnLst>
                                </p:cTn>
                              </p:par>
                              <p:par>
                                <p:cTn id="31" presetID="2" presetClass="entr" presetSubtype="4"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9" dur="600" fill="hold"/>
                                        <p:tgtEl>
                                          <p:spTgt spid="7"/>
                                        </p:tgtEl>
                                        <p:attrNameLst>
                                          <p:attrName>ppt_x</p:attrName>
                                        </p:attrNameLst>
                                      </p:cBhvr>
                                      <p:tavLst>
                                        <p:tav tm="0">
                                          <p:val>
                                            <p:strVal val="#ppt_x"/>
                                          </p:val>
                                        </p:tav>
                                        <p:tav tm="100000">
                                          <p:val>
                                            <p:strVal val="#ppt_x"/>
                                          </p:val>
                                        </p:tav>
                                      </p:tavLst>
                                    </p:anim>
                                    <p:anim calcmode="lin" valueType="num">
                                      <p:cBhvr additive="base">
                                        <p:cTn id="30" dur="600" fill="hold"/>
                                        <p:tgtEl>
                                          <p:spTgt spid="7"/>
                                        </p:tgtEl>
                                        <p:attrNameLst>
                                          <p:attrName>ppt_y</p:attrName>
                                        </p:attrNameLst>
                                      </p:cBhvr>
                                      <p:tavLst>
                                        <p:tav tm="0">
                                          <p:val>
                                            <p:strVal val="#ppt_y+0.12"/>
                                          </p:val>
                                        </p:tav>
                                        <p:tav tm="100000">
                                          <p:val>
                                            <p:strVal val="#ppt_y"/>
                                          </p:val>
                                        </p:tav>
                                      </p:tavLst>
                                    </p:anim>
                                    <p:animEffect transition="in" filter="fade">
                                      <p:cBhvr>
                                        <p:cTn id="28" dur="600"/>
                                        <p:tgtEl>
                                          <p:spTgt spid="7"/>
                                        </p:tgtEl>
                                      </p:cBhvr>
                                    </p:animEffect>
                                  </p:childTnLst>
                                </p:cTn>
                              </p:par>
                              <p:par>
                                <p:cTn id="36" presetID="2" presetClass="entr" presetSubtype="4"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4" dur="600" fill="hold"/>
                                        <p:tgtEl>
                                          <p:spTgt spid="8"/>
                                        </p:tgtEl>
                                        <p:attrNameLst>
                                          <p:attrName>ppt_x</p:attrName>
                                        </p:attrNameLst>
                                      </p:cBhvr>
                                      <p:tavLst>
                                        <p:tav tm="0">
                                          <p:val>
                                            <p:strVal val="#ppt_x"/>
                                          </p:val>
                                        </p:tav>
                                        <p:tav tm="100000">
                                          <p:val>
                                            <p:strVal val="#ppt_x"/>
                                          </p:val>
                                        </p:tav>
                                      </p:tavLst>
                                    </p:anim>
                                    <p:anim calcmode="lin" valueType="num">
                                      <p:cBhvr additive="base">
                                        <p:cTn id="35" dur="600" fill="hold"/>
                                        <p:tgtEl>
                                          <p:spTgt spid="8"/>
                                        </p:tgtEl>
                                        <p:attrNameLst>
                                          <p:attrName>ppt_y</p:attrName>
                                        </p:attrNameLst>
                                      </p:cBhvr>
                                      <p:tavLst>
                                        <p:tav tm="0">
                                          <p:val>
                                            <p:strVal val="#ppt_y+0.12"/>
                                          </p:val>
                                        </p:tav>
                                        <p:tav tm="100000">
                                          <p:val>
                                            <p:strVal val="#ppt_y"/>
                                          </p:val>
                                        </p:tav>
                                      </p:tavLst>
                                    </p:anim>
                                    <p:animEffect transition="in" filter="fade">
                                      <p:cBhvr>
                                        <p:cTn id="33"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bg" descr="img/news_bg.jpg">    </p:cNvPr>
          <p:cNvPicPr>
            <a:picLocks noChangeAspect="1"/>
          </p:cNvPicPr>
          <p:nvPr/>
        </p:nvPicPr>
        <p:blipFill>
          <a:blip r:embed="rId1"/>
          <a:stretch>
            <a:fillRect/>
          </a:stretch>
        </p:blipFill>
        <p:spPr>
          <a:xfrm>
            <a:off x="0" y="0"/>
            <a:ext cx="12191695" cy="6858000"/>
          </a:xfrm>
          <a:prstGeom prst="rect">
            <a:avLst/>
          </a:prstGeom>
        </p:spPr>
      </p:pic>
      <p:pic>
        <p:nvPicPr>
          <p:cNvPr id="3" name="build0" descr="img/news_0.png">    </p:cNvPr>
          <p:cNvPicPr>
            <a:picLocks noChangeAspect="1"/>
          </p:cNvPicPr>
          <p:nvPr/>
        </p:nvPicPr>
        <p:blipFill>
          <a:blip r:embed="rId2"/>
          <a:stretch>
            <a:fillRect/>
          </a:stretch>
        </p:blipFill>
        <p:spPr>
          <a:xfrm>
            <a:off x="457200" y="1549400"/>
            <a:ext cx="3225800" cy="2171700"/>
          </a:xfrm>
          <a:prstGeom prst="rect">
            <a:avLst/>
          </a:prstGeom>
        </p:spPr>
      </p:pic>
      <p:pic>
        <p:nvPicPr>
          <p:cNvPr id="4" name="build1" descr="img/news_1.png">    </p:cNvPr>
          <p:cNvPicPr>
            <a:picLocks noChangeAspect="1"/>
          </p:cNvPicPr>
          <p:nvPr/>
        </p:nvPicPr>
        <p:blipFill>
          <a:blip r:embed="rId3"/>
          <a:stretch>
            <a:fillRect/>
          </a:stretch>
        </p:blipFill>
        <p:spPr>
          <a:xfrm>
            <a:off x="3098800" y="1549400"/>
            <a:ext cx="3225800" cy="2171700"/>
          </a:xfrm>
          <a:prstGeom prst="rect">
            <a:avLst/>
          </a:prstGeom>
        </p:spPr>
      </p:pic>
      <p:pic>
        <p:nvPicPr>
          <p:cNvPr id="5" name="build2" descr="img/news_2.png">    </p:cNvPr>
          <p:cNvPicPr>
            <a:picLocks noChangeAspect="1"/>
          </p:cNvPicPr>
          <p:nvPr/>
        </p:nvPicPr>
        <p:blipFill>
          <a:blip r:embed="rId4"/>
          <a:stretch>
            <a:fillRect/>
          </a:stretch>
        </p:blipFill>
        <p:spPr>
          <a:xfrm>
            <a:off x="5740400" y="1549400"/>
            <a:ext cx="3225800" cy="2171700"/>
          </a:xfrm>
          <a:prstGeom prst="rect">
            <a:avLst/>
          </a:prstGeom>
        </p:spPr>
      </p:pic>
      <p:pic>
        <p:nvPicPr>
          <p:cNvPr id="6" name="build3" descr="img/news_3.png">    </p:cNvPr>
          <p:cNvPicPr>
            <a:picLocks noChangeAspect="1"/>
          </p:cNvPicPr>
          <p:nvPr/>
        </p:nvPicPr>
        <p:blipFill>
          <a:blip r:embed="rId5"/>
          <a:stretch>
            <a:fillRect/>
          </a:stretch>
        </p:blipFill>
        <p:spPr>
          <a:xfrm>
            <a:off x="8382000" y="1549400"/>
            <a:ext cx="3225800" cy="2171700"/>
          </a:xfrm>
          <a:prstGeom prst="rect">
            <a:avLst/>
          </a:prstGeom>
        </p:spPr>
      </p:pic>
      <p:pic>
        <p:nvPicPr>
          <p:cNvPr id="7" name="build4" descr="img/news_4.png">    </p:cNvPr>
          <p:cNvPicPr>
            <a:picLocks noChangeAspect="1"/>
          </p:cNvPicPr>
          <p:nvPr/>
        </p:nvPicPr>
        <p:blipFill>
          <a:blip r:embed="rId6"/>
          <a:stretch>
            <a:fillRect/>
          </a:stretch>
        </p:blipFill>
        <p:spPr>
          <a:xfrm>
            <a:off x="457200" y="3238500"/>
            <a:ext cx="4114800" cy="3009900"/>
          </a:xfrm>
          <a:prstGeom prst="rect">
            <a:avLst/>
          </a:prstGeom>
        </p:spPr>
      </p:pic>
      <p:pic>
        <p:nvPicPr>
          <p:cNvPr id="8" name="build5" descr="img/news_5.png">    </p:cNvPr>
          <p:cNvPicPr>
            <a:picLocks noChangeAspect="1"/>
          </p:cNvPicPr>
          <p:nvPr/>
        </p:nvPicPr>
        <p:blipFill>
          <a:blip r:embed="rId7"/>
          <a:stretch>
            <a:fillRect/>
          </a:stretch>
        </p:blipFill>
        <p:spPr>
          <a:xfrm>
            <a:off x="4038600" y="3238500"/>
            <a:ext cx="4114800" cy="3009900"/>
          </a:xfrm>
          <a:prstGeom prst="rect">
            <a:avLst/>
          </a:prstGeom>
        </p:spPr>
      </p:pic>
      <p:pic>
        <p:nvPicPr>
          <p:cNvPr id="9" name="build6" descr="img/news_6.png">    </p:cNvPr>
          <p:cNvPicPr>
            <a:picLocks noChangeAspect="1"/>
          </p:cNvPicPr>
          <p:nvPr/>
        </p:nvPicPr>
        <p:blipFill>
          <a:blip r:embed="rId8"/>
          <a:stretch>
            <a:fillRect/>
          </a:stretch>
        </p:blipFill>
        <p:spPr>
          <a:xfrm>
            <a:off x="7620000" y="3238500"/>
            <a:ext cx="4114800" cy="30099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ppt_w</p:attrName>
                                        </p:attrNameLst>
                                      </p:cBhvr>
                                      <p:tavLst>
                                        <p:tav tm="0">
                                          <p:val>
                                            <p:strVal val="0"/>
                                          </p:val>
                                        </p:tav>
                                        <p:tav tm="100000">
                                          <p:val>
                                            <p:strVal val="#ppt_w"/>
                                          </p:val>
                                        </p:tav>
                                      </p:tavLst>
                                    </p:anim>
                                    <p:anim calcmode="lin" valueType="num">
                                      <p:cBhvr additive="base">
                                        <p:cTn id="8" dur="600" fill="hold"/>
                                        <p:tgtEl>
                                          <p:spTgt spid="3"/>
                                        </p:tgtEl>
                                        <p:attrNameLst>
                                          <p:attrName>ppt_h</p:attrName>
                                        </p:attrNameLst>
                                      </p:cBhvr>
                                      <p:tavLst>
                                        <p:tav tm="0">
                                          <p:val>
                                            <p:strVal val="0"/>
                                          </p:val>
                                        </p:tav>
                                        <p:tav tm="100000">
                                          <p:val>
                                            <p:strVal val="#ppt_h"/>
                                          </p:val>
                                        </p:tav>
                                      </p:tavLst>
                                    </p:anim>
                                    <p:animEffect transition="in" filter="fade">
                                      <p:cBhvr>
                                        <p:cTn id="6" dur="600"/>
                                        <p:tgtEl>
                                          <p:spTgt spid="3"/>
                                        </p:tgtEl>
                                      </p:cBhvr>
                                    </p:animEffect>
                                  </p:childTnLst>
                                </p:cTn>
                              </p:par>
                              <p:par>
                                <p:cTn id="14" presetID="53" presetClass="entr" presetSubtype="16"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2" dur="600" fill="hold"/>
                                        <p:tgtEl>
                                          <p:spTgt spid="4"/>
                                        </p:tgtEl>
                                        <p:attrNameLst>
                                          <p:attrName>ppt_w</p:attrName>
                                        </p:attrNameLst>
                                      </p:cBhvr>
                                      <p:tavLst>
                                        <p:tav tm="0">
                                          <p:val>
                                            <p:strVal val="0"/>
                                          </p:val>
                                        </p:tav>
                                        <p:tav tm="100000">
                                          <p:val>
                                            <p:strVal val="#ppt_w"/>
                                          </p:val>
                                        </p:tav>
                                      </p:tavLst>
                                    </p:anim>
                                    <p:anim calcmode="lin" valueType="num">
                                      <p:cBhvr additive="base">
                                        <p:cTn id="13" dur="600" fill="hold"/>
                                        <p:tgtEl>
                                          <p:spTgt spid="4"/>
                                        </p:tgtEl>
                                        <p:attrNameLst>
                                          <p:attrName>ppt_h</p:attrName>
                                        </p:attrNameLst>
                                      </p:cBhvr>
                                      <p:tavLst>
                                        <p:tav tm="0">
                                          <p:val>
                                            <p:strVal val="0"/>
                                          </p:val>
                                        </p:tav>
                                        <p:tav tm="100000">
                                          <p:val>
                                            <p:strVal val="#ppt_h"/>
                                          </p:val>
                                        </p:tav>
                                      </p:tavLst>
                                    </p:anim>
                                    <p:animEffect transition="in" filter="fade">
                                      <p:cBhvr>
                                        <p:cTn id="11" dur="600"/>
                                        <p:tgtEl>
                                          <p:spTgt spid="4"/>
                                        </p:tgtEl>
                                      </p:cBhvr>
                                    </p:animEffect>
                                  </p:childTnLst>
                                </p:cTn>
                              </p:par>
                              <p:par>
                                <p:cTn id="19" presetID="53" presetClass="entr" presetSubtype="16"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7" dur="600" fill="hold"/>
                                        <p:tgtEl>
                                          <p:spTgt spid="5"/>
                                        </p:tgtEl>
                                        <p:attrNameLst>
                                          <p:attrName>ppt_w</p:attrName>
                                        </p:attrNameLst>
                                      </p:cBhvr>
                                      <p:tavLst>
                                        <p:tav tm="0">
                                          <p:val>
                                            <p:strVal val="0"/>
                                          </p:val>
                                        </p:tav>
                                        <p:tav tm="100000">
                                          <p:val>
                                            <p:strVal val="#ppt_w"/>
                                          </p:val>
                                        </p:tav>
                                      </p:tavLst>
                                    </p:anim>
                                    <p:anim calcmode="lin" valueType="num">
                                      <p:cBhvr additive="base">
                                        <p:cTn id="18" dur="600" fill="hold"/>
                                        <p:tgtEl>
                                          <p:spTgt spid="5"/>
                                        </p:tgtEl>
                                        <p:attrNameLst>
                                          <p:attrName>ppt_h</p:attrName>
                                        </p:attrNameLst>
                                      </p:cBhvr>
                                      <p:tavLst>
                                        <p:tav tm="0">
                                          <p:val>
                                            <p:strVal val="0"/>
                                          </p:val>
                                        </p:tav>
                                        <p:tav tm="100000">
                                          <p:val>
                                            <p:strVal val="#ppt_h"/>
                                          </p:val>
                                        </p:tav>
                                      </p:tavLst>
                                    </p:anim>
                                    <p:animEffect transition="in" filter="fade">
                                      <p:cBhvr>
                                        <p:cTn id="16" dur="600"/>
                                        <p:tgtEl>
                                          <p:spTgt spid="5"/>
                                        </p:tgtEl>
                                      </p:cBhvr>
                                    </p:animEffect>
                                  </p:childTnLst>
                                </p:cTn>
                              </p:par>
                              <p:par>
                                <p:cTn id="24" presetID="53" presetClass="entr" presetSubtype="16"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2" dur="600" fill="hold"/>
                                        <p:tgtEl>
                                          <p:spTgt spid="6"/>
                                        </p:tgtEl>
                                        <p:attrNameLst>
                                          <p:attrName>ppt_w</p:attrName>
                                        </p:attrNameLst>
                                      </p:cBhvr>
                                      <p:tavLst>
                                        <p:tav tm="0">
                                          <p:val>
                                            <p:strVal val="0"/>
                                          </p:val>
                                        </p:tav>
                                        <p:tav tm="100000">
                                          <p:val>
                                            <p:strVal val="#ppt_w"/>
                                          </p:val>
                                        </p:tav>
                                      </p:tavLst>
                                    </p:anim>
                                    <p:anim calcmode="lin" valueType="num">
                                      <p:cBhvr additive="base">
                                        <p:cTn id="23" dur="600" fill="hold"/>
                                        <p:tgtEl>
                                          <p:spTgt spid="6"/>
                                        </p:tgtEl>
                                        <p:attrNameLst>
                                          <p:attrName>ppt_h</p:attrName>
                                        </p:attrNameLst>
                                      </p:cBhvr>
                                      <p:tavLst>
                                        <p:tav tm="0">
                                          <p:val>
                                            <p:strVal val="0"/>
                                          </p:val>
                                        </p:tav>
                                        <p:tav tm="100000">
                                          <p:val>
                                            <p:strVal val="#ppt_h"/>
                                          </p:val>
                                        </p:tav>
                                      </p:tavLst>
                                    </p:anim>
                                    <p:animEffect transition="in" filter="fade">
                                      <p:cBhvr>
                                        <p:cTn id="21" dur="600"/>
                                        <p:tgtEl>
                                          <p:spTgt spid="6"/>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9" dur="600" fill="hold"/>
                                        <p:tgtEl>
                                          <p:spTgt spid="7"/>
                                        </p:tgtEl>
                                        <p:attrNameLst>
                                          <p:attrName>ppt_x</p:attrName>
                                        </p:attrNameLst>
                                      </p:cBhvr>
                                      <p:tavLst>
                                        <p:tav tm="0">
                                          <p:val>
                                            <p:strVal val="#ppt_x"/>
                                          </p:val>
                                        </p:tav>
                                        <p:tav tm="100000">
                                          <p:val>
                                            <p:strVal val="#ppt_x"/>
                                          </p:val>
                                        </p:tav>
                                      </p:tavLst>
                                    </p:anim>
                                    <p:anim calcmode="lin" valueType="num">
                                      <p:cBhvr additive="base">
                                        <p:cTn id="30" dur="600" fill="hold"/>
                                        <p:tgtEl>
                                          <p:spTgt spid="7"/>
                                        </p:tgtEl>
                                        <p:attrNameLst>
                                          <p:attrName>ppt_y</p:attrName>
                                        </p:attrNameLst>
                                      </p:cBhvr>
                                      <p:tavLst>
                                        <p:tav tm="0">
                                          <p:val>
                                            <p:strVal val="#ppt_y+0.12"/>
                                          </p:val>
                                        </p:tav>
                                        <p:tav tm="100000">
                                          <p:val>
                                            <p:strVal val="#ppt_y"/>
                                          </p:val>
                                        </p:tav>
                                      </p:tavLst>
                                    </p:anim>
                                    <p:animEffect transition="in" filter="fade">
                                      <p:cBhvr>
                                        <p:cTn id="28" dur="600"/>
                                        <p:tgtEl>
                                          <p:spTgt spid="7"/>
                                        </p:tgtEl>
                                      </p:cBhvr>
                                    </p:animEffect>
                                  </p:childTnLst>
                                </p:cTn>
                              </p:par>
                            </p:childTnLst>
                          </p:cTn>
                        </p:par>
                      </p:childTnLst>
                    </p:cTn>
                  </p:par>
                  <p:par>
                    <p:cTn id="32" fill="hold">
                      <p:stCondLst>
                        <p:cond delay="indefinite"/>
                      </p:stCondLst>
                      <p:childTnLst>
                        <p:par>
                          <p:cTn id="33" fill="hold">
                            <p:stCondLst>
                              <p:cond delay="0"/>
                            </p:stCondLst>
                            <p:childTnLst>
                              <p:par>
                                <p:cTn id="38" presetID="2" presetClass="entr" presetSubtype="4"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6" dur="600" fill="hold"/>
                                        <p:tgtEl>
                                          <p:spTgt spid="8"/>
                                        </p:tgtEl>
                                        <p:attrNameLst>
                                          <p:attrName>ppt_x</p:attrName>
                                        </p:attrNameLst>
                                      </p:cBhvr>
                                      <p:tavLst>
                                        <p:tav tm="0">
                                          <p:val>
                                            <p:strVal val="#ppt_x"/>
                                          </p:val>
                                        </p:tav>
                                        <p:tav tm="100000">
                                          <p:val>
                                            <p:strVal val="#ppt_x"/>
                                          </p:val>
                                        </p:tav>
                                      </p:tavLst>
                                    </p:anim>
                                    <p:anim calcmode="lin" valueType="num">
                                      <p:cBhvr additive="base">
                                        <p:cTn id="37" dur="600" fill="hold"/>
                                        <p:tgtEl>
                                          <p:spTgt spid="8"/>
                                        </p:tgtEl>
                                        <p:attrNameLst>
                                          <p:attrName>ppt_y</p:attrName>
                                        </p:attrNameLst>
                                      </p:cBhvr>
                                      <p:tavLst>
                                        <p:tav tm="0">
                                          <p:val>
                                            <p:strVal val="#ppt_y+0.12"/>
                                          </p:val>
                                        </p:tav>
                                        <p:tav tm="100000">
                                          <p:val>
                                            <p:strVal val="#ppt_y"/>
                                          </p:val>
                                        </p:tav>
                                      </p:tavLst>
                                    </p:anim>
                                    <p:animEffect transition="in" filter="fade">
                                      <p:cBhvr>
                                        <p:cTn id="35" dur="600"/>
                                        <p:tgtEl>
                                          <p:spTgt spid="8"/>
                                        </p:tgtEl>
                                      </p:cBhvr>
                                    </p:animEffect>
                                  </p:childTnLst>
                                </p:cTn>
                              </p:par>
                            </p:childTnLst>
                          </p:cTn>
                        </p:par>
                      </p:childTnLst>
                    </p:cTn>
                  </p:par>
                  <p:par>
                    <p:cTn id="39" fill="hold">
                      <p:stCondLst>
                        <p:cond delay="indefinite"/>
                      </p:stCondLst>
                      <p:childTnLst>
                        <p:par>
                          <p:cTn id="40" fill="hold">
                            <p:stCondLst>
                              <p:cond delay="0"/>
                            </p:stCondLst>
                            <p:childTnLst>
                              <p:par>
                                <p:cTn id="45" presetID="2" presetClass="entr" presetSubtype="4"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3" dur="600" fill="hold"/>
                                        <p:tgtEl>
                                          <p:spTgt spid="9"/>
                                        </p:tgtEl>
                                        <p:attrNameLst>
                                          <p:attrName>ppt_x</p:attrName>
                                        </p:attrNameLst>
                                      </p:cBhvr>
                                      <p:tavLst>
                                        <p:tav tm="0">
                                          <p:val>
                                            <p:strVal val="#ppt_x"/>
                                          </p:val>
                                        </p:tav>
                                        <p:tav tm="100000">
                                          <p:val>
                                            <p:strVal val="#ppt_x"/>
                                          </p:val>
                                        </p:tav>
                                      </p:tavLst>
                                    </p:anim>
                                    <p:anim calcmode="lin" valueType="num">
                                      <p:cBhvr additive="base">
                                        <p:cTn id="44" dur="600" fill="hold"/>
                                        <p:tgtEl>
                                          <p:spTgt spid="9"/>
                                        </p:tgtEl>
                                        <p:attrNameLst>
                                          <p:attrName>ppt_y</p:attrName>
                                        </p:attrNameLst>
                                      </p:cBhvr>
                                      <p:tavLst>
                                        <p:tav tm="0">
                                          <p:val>
                                            <p:strVal val="#ppt_y+0.12"/>
                                          </p:val>
                                        </p:tav>
                                        <p:tav tm="100000">
                                          <p:val>
                                            <p:strVal val="#ppt_y"/>
                                          </p:val>
                                        </p:tav>
                                      </p:tavLst>
                                    </p:anim>
                                    <p:animEffect transition="in" filter="fade">
                                      <p:cBhvr>
                                        <p:cTn id="42"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bg" descr="img/future_bg.jpg">    </p:cNvPr>
          <p:cNvPicPr>
            <a:picLocks noChangeAspect="1"/>
          </p:cNvPicPr>
          <p:nvPr/>
        </p:nvPicPr>
        <p:blipFill>
          <a:blip r:embed="rId1"/>
          <a:stretch>
            <a:fillRect/>
          </a:stretch>
        </p:blipFill>
        <p:spPr>
          <a:xfrm>
            <a:off x="0" y="0"/>
            <a:ext cx="12191695" cy="6858000"/>
          </a:xfrm>
          <a:prstGeom prst="rect">
            <a:avLst/>
          </a:prstGeom>
        </p:spPr>
      </p:pic>
      <p:pic>
        <p:nvPicPr>
          <p:cNvPr id="3" name="build0" descr="img/future_0.png">    </p:cNvPr>
          <p:cNvPicPr>
            <a:picLocks noChangeAspect="1"/>
          </p:cNvPicPr>
          <p:nvPr/>
        </p:nvPicPr>
        <p:blipFill>
          <a:blip r:embed="rId2"/>
          <a:stretch>
            <a:fillRect/>
          </a:stretch>
        </p:blipFill>
        <p:spPr>
          <a:xfrm>
            <a:off x="457200" y="1739900"/>
            <a:ext cx="1320800" cy="1320800"/>
          </a:xfrm>
          <a:prstGeom prst="rect">
            <a:avLst/>
          </a:prstGeom>
        </p:spPr>
      </p:pic>
      <p:pic>
        <p:nvPicPr>
          <p:cNvPr id="4" name="build1" descr="img/future_1.png">    </p:cNvPr>
          <p:cNvPicPr>
            <a:picLocks noChangeAspect="1"/>
          </p:cNvPicPr>
          <p:nvPr/>
        </p:nvPicPr>
        <p:blipFill>
          <a:blip r:embed="rId3"/>
          <a:stretch>
            <a:fillRect/>
          </a:stretch>
        </p:blipFill>
        <p:spPr>
          <a:xfrm>
            <a:off x="4038600" y="1739900"/>
            <a:ext cx="1320800" cy="1320800"/>
          </a:xfrm>
          <a:prstGeom prst="rect">
            <a:avLst/>
          </a:prstGeom>
        </p:spPr>
      </p:pic>
      <p:pic>
        <p:nvPicPr>
          <p:cNvPr id="5" name="build2" descr="img/future_2.png">    </p:cNvPr>
          <p:cNvPicPr>
            <a:picLocks noChangeAspect="1"/>
          </p:cNvPicPr>
          <p:nvPr/>
        </p:nvPicPr>
        <p:blipFill>
          <a:blip r:embed="rId4"/>
          <a:stretch>
            <a:fillRect/>
          </a:stretch>
        </p:blipFill>
        <p:spPr>
          <a:xfrm>
            <a:off x="7620000" y="1739900"/>
            <a:ext cx="1320800" cy="1320800"/>
          </a:xfrm>
          <a:prstGeom prst="rect">
            <a:avLst/>
          </a:prstGeom>
        </p:spPr>
      </p:pic>
      <p:pic>
        <p:nvPicPr>
          <p:cNvPr id="6" name="build3" descr="img/future_3.png">    </p:cNvPr>
          <p:cNvPicPr>
            <a:picLocks noChangeAspect="1"/>
          </p:cNvPicPr>
          <p:nvPr/>
        </p:nvPicPr>
        <p:blipFill>
          <a:blip r:embed="rId5"/>
          <a:stretch>
            <a:fillRect/>
          </a:stretch>
        </p:blipFill>
        <p:spPr>
          <a:xfrm>
            <a:off x="457200" y="2628900"/>
            <a:ext cx="4114800" cy="3632200"/>
          </a:xfrm>
          <a:prstGeom prst="rect">
            <a:avLst/>
          </a:prstGeom>
        </p:spPr>
      </p:pic>
      <p:pic>
        <p:nvPicPr>
          <p:cNvPr id="7" name="build4" descr="img/future_4.png">    </p:cNvPr>
          <p:cNvPicPr>
            <a:picLocks noChangeAspect="1"/>
          </p:cNvPicPr>
          <p:nvPr/>
        </p:nvPicPr>
        <p:blipFill>
          <a:blip r:embed="rId6"/>
          <a:stretch>
            <a:fillRect/>
          </a:stretch>
        </p:blipFill>
        <p:spPr>
          <a:xfrm>
            <a:off x="4038600" y="2628900"/>
            <a:ext cx="4114800" cy="3632200"/>
          </a:xfrm>
          <a:prstGeom prst="rect">
            <a:avLst/>
          </a:prstGeom>
        </p:spPr>
      </p:pic>
      <p:pic>
        <p:nvPicPr>
          <p:cNvPr id="8" name="build5" descr="img/future_5.png">    </p:cNvPr>
          <p:cNvPicPr>
            <a:picLocks noChangeAspect="1"/>
          </p:cNvPicPr>
          <p:nvPr/>
        </p:nvPicPr>
        <p:blipFill>
          <a:blip r:embed="rId7"/>
          <a:stretch>
            <a:fillRect/>
          </a:stretch>
        </p:blipFill>
        <p:spPr>
          <a:xfrm>
            <a:off x="7620000" y="2628900"/>
            <a:ext cx="4114800" cy="36322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ppt_w</p:attrName>
                                        </p:attrNameLst>
                                      </p:cBhvr>
                                      <p:tavLst>
                                        <p:tav tm="0">
                                          <p:val>
                                            <p:strVal val="0"/>
                                          </p:val>
                                        </p:tav>
                                        <p:tav tm="100000">
                                          <p:val>
                                            <p:strVal val="#ppt_w"/>
                                          </p:val>
                                        </p:tav>
                                      </p:tavLst>
                                    </p:anim>
                                    <p:anim calcmode="lin" valueType="num">
                                      <p:cBhvr additive="base">
                                        <p:cTn id="8" dur="600" fill="hold"/>
                                        <p:tgtEl>
                                          <p:spTgt spid="3"/>
                                        </p:tgtEl>
                                        <p:attrNameLst>
                                          <p:attrName>ppt_h</p:attrName>
                                        </p:attrNameLst>
                                      </p:cBhvr>
                                      <p:tavLst>
                                        <p:tav tm="0">
                                          <p:val>
                                            <p:strVal val="0"/>
                                          </p:val>
                                        </p:tav>
                                        <p:tav tm="100000">
                                          <p:val>
                                            <p:strVal val="#ppt_h"/>
                                          </p:val>
                                        </p:tav>
                                      </p:tavLst>
                                    </p:anim>
                                    <p:animEffect transition="in" filter="fade">
                                      <p:cBhvr>
                                        <p:cTn id="6" dur="600"/>
                                        <p:tgtEl>
                                          <p:spTgt spid="3"/>
                                        </p:tgtEl>
                                      </p:cBhvr>
                                    </p:animEffect>
                                  </p:childTnLst>
                                </p:cTn>
                              </p:par>
                              <p:par>
                                <p:cTn id="14"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2" dur="600" fill="hold"/>
                                        <p:tgtEl>
                                          <p:spTgt spid="6"/>
                                        </p:tgtEl>
                                        <p:attrNameLst>
                                          <p:attrName>ppt_x</p:attrName>
                                        </p:attrNameLst>
                                      </p:cBhvr>
                                      <p:tavLst>
                                        <p:tav tm="0">
                                          <p:val>
                                            <p:strVal val="#ppt_x"/>
                                          </p:val>
                                        </p:tav>
                                        <p:tav tm="100000">
                                          <p:val>
                                            <p:strVal val="#ppt_x"/>
                                          </p:val>
                                        </p:tav>
                                      </p:tavLst>
                                    </p:anim>
                                    <p:anim calcmode="lin" valueType="num">
                                      <p:cBhvr additive="base">
                                        <p:cTn id="13" dur="600" fill="hold"/>
                                        <p:tgtEl>
                                          <p:spTgt spid="6"/>
                                        </p:tgtEl>
                                        <p:attrNameLst>
                                          <p:attrName>ppt_y</p:attrName>
                                        </p:attrNameLst>
                                      </p:cBhvr>
                                      <p:tavLst>
                                        <p:tav tm="0">
                                          <p:val>
                                            <p:strVal val="#ppt_y+0.12"/>
                                          </p:val>
                                        </p:tav>
                                        <p:tav tm="100000">
                                          <p:val>
                                            <p:strVal val="#ppt_y"/>
                                          </p:val>
                                        </p:tav>
                                      </p:tavLst>
                                    </p:anim>
                                    <p:animEffect transition="in" filter="fade">
                                      <p:cBhvr>
                                        <p:cTn id="11"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9" dur="600" fill="hold"/>
                                        <p:tgtEl>
                                          <p:spTgt spid="4"/>
                                        </p:tgtEl>
                                        <p:attrNameLst>
                                          <p:attrName>ppt_w</p:attrName>
                                        </p:attrNameLst>
                                      </p:cBhvr>
                                      <p:tavLst>
                                        <p:tav tm="0">
                                          <p:val>
                                            <p:strVal val="0"/>
                                          </p:val>
                                        </p:tav>
                                        <p:tav tm="100000">
                                          <p:val>
                                            <p:strVal val="#ppt_w"/>
                                          </p:val>
                                        </p:tav>
                                      </p:tavLst>
                                    </p:anim>
                                    <p:anim calcmode="lin" valueType="num">
                                      <p:cBhvr additive="base">
                                        <p:cTn id="20" dur="600" fill="hold"/>
                                        <p:tgtEl>
                                          <p:spTgt spid="4"/>
                                        </p:tgtEl>
                                        <p:attrNameLst>
                                          <p:attrName>ppt_h</p:attrName>
                                        </p:attrNameLst>
                                      </p:cBhvr>
                                      <p:tavLst>
                                        <p:tav tm="0">
                                          <p:val>
                                            <p:strVal val="0"/>
                                          </p:val>
                                        </p:tav>
                                        <p:tav tm="100000">
                                          <p:val>
                                            <p:strVal val="#ppt_h"/>
                                          </p:val>
                                        </p:tav>
                                      </p:tavLst>
                                    </p:anim>
                                    <p:animEffect transition="in" filter="fade">
                                      <p:cBhvr>
                                        <p:cTn id="18" dur="600"/>
                                        <p:tgtEl>
                                          <p:spTgt spid="4"/>
                                        </p:tgtEl>
                                      </p:cBhvr>
                                    </p:animEffect>
                                  </p:childTnLst>
                                </p:cTn>
                              </p:par>
                              <p:par>
                                <p:cTn id="26" presetID="2" presetClass="entr" presetSubtype="4"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4" dur="600" fill="hold"/>
                                        <p:tgtEl>
                                          <p:spTgt spid="7"/>
                                        </p:tgtEl>
                                        <p:attrNameLst>
                                          <p:attrName>ppt_x</p:attrName>
                                        </p:attrNameLst>
                                      </p:cBhvr>
                                      <p:tavLst>
                                        <p:tav tm="0">
                                          <p:val>
                                            <p:strVal val="#ppt_x"/>
                                          </p:val>
                                        </p:tav>
                                        <p:tav tm="100000">
                                          <p:val>
                                            <p:strVal val="#ppt_x"/>
                                          </p:val>
                                        </p:tav>
                                      </p:tavLst>
                                    </p:anim>
                                    <p:anim calcmode="lin" valueType="num">
                                      <p:cBhvr additive="base">
                                        <p:cTn id="25" dur="600" fill="hold"/>
                                        <p:tgtEl>
                                          <p:spTgt spid="7"/>
                                        </p:tgtEl>
                                        <p:attrNameLst>
                                          <p:attrName>ppt_y</p:attrName>
                                        </p:attrNameLst>
                                      </p:cBhvr>
                                      <p:tavLst>
                                        <p:tav tm="0">
                                          <p:val>
                                            <p:strVal val="#ppt_y+0.12"/>
                                          </p:val>
                                        </p:tav>
                                        <p:tav tm="100000">
                                          <p:val>
                                            <p:strVal val="#ppt_y"/>
                                          </p:val>
                                        </p:tav>
                                      </p:tavLst>
                                    </p:anim>
                                    <p:animEffect transition="in" filter="fade">
                                      <p:cBhvr>
                                        <p:cTn id="23" dur="600"/>
                                        <p:tgtEl>
                                          <p:spTgt spid="7"/>
                                        </p:tgtEl>
                                      </p:cBhvr>
                                    </p:animEffect>
                                  </p:childTnLst>
                                </p:cTn>
                              </p:par>
                            </p:childTnLst>
                          </p:cTn>
                        </p:par>
                      </p:childTnLst>
                    </p:cTn>
                  </p:par>
                  <p:par>
                    <p:cTn id="27" fill="hold">
                      <p:stCondLst>
                        <p:cond delay="indefinite"/>
                      </p:stCondLst>
                      <p:childTnLst>
                        <p:par>
                          <p:cTn id="28" fill="hold">
                            <p:stCondLst>
                              <p:cond delay="0"/>
                            </p:stCondLst>
                            <p:childTnLst>
                              <p:par>
                                <p:cTn id="33" presetID="53" presetClass="entr" presetSubtype="16"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1" dur="600" fill="hold"/>
                                        <p:tgtEl>
                                          <p:spTgt spid="5"/>
                                        </p:tgtEl>
                                        <p:attrNameLst>
                                          <p:attrName>ppt_w</p:attrName>
                                        </p:attrNameLst>
                                      </p:cBhvr>
                                      <p:tavLst>
                                        <p:tav tm="0">
                                          <p:val>
                                            <p:strVal val="0"/>
                                          </p:val>
                                        </p:tav>
                                        <p:tav tm="100000">
                                          <p:val>
                                            <p:strVal val="#ppt_w"/>
                                          </p:val>
                                        </p:tav>
                                      </p:tavLst>
                                    </p:anim>
                                    <p:anim calcmode="lin" valueType="num">
                                      <p:cBhvr additive="base">
                                        <p:cTn id="32" dur="600" fill="hold"/>
                                        <p:tgtEl>
                                          <p:spTgt spid="5"/>
                                        </p:tgtEl>
                                        <p:attrNameLst>
                                          <p:attrName>ppt_h</p:attrName>
                                        </p:attrNameLst>
                                      </p:cBhvr>
                                      <p:tavLst>
                                        <p:tav tm="0">
                                          <p:val>
                                            <p:strVal val="0"/>
                                          </p:val>
                                        </p:tav>
                                        <p:tav tm="100000">
                                          <p:val>
                                            <p:strVal val="#ppt_h"/>
                                          </p:val>
                                        </p:tav>
                                      </p:tavLst>
                                    </p:anim>
                                    <p:animEffect transition="in" filter="fade">
                                      <p:cBhvr>
                                        <p:cTn id="30" dur="600"/>
                                        <p:tgtEl>
                                          <p:spTgt spid="5"/>
                                        </p:tgtEl>
                                      </p:cBhvr>
                                    </p:animEffect>
                                  </p:childTnLst>
                                </p:cTn>
                              </p:par>
                              <p:par>
                                <p:cTn id="38" presetID="2" presetClass="entr" presetSubtype="4" fill="hold"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6" dur="600" fill="hold"/>
                                        <p:tgtEl>
                                          <p:spTgt spid="8"/>
                                        </p:tgtEl>
                                        <p:attrNameLst>
                                          <p:attrName>ppt_x</p:attrName>
                                        </p:attrNameLst>
                                      </p:cBhvr>
                                      <p:tavLst>
                                        <p:tav tm="0">
                                          <p:val>
                                            <p:strVal val="#ppt_x"/>
                                          </p:val>
                                        </p:tav>
                                        <p:tav tm="100000">
                                          <p:val>
                                            <p:strVal val="#ppt_x"/>
                                          </p:val>
                                        </p:tav>
                                      </p:tavLst>
                                    </p:anim>
                                    <p:anim calcmode="lin" valueType="num">
                                      <p:cBhvr additive="base">
                                        <p:cTn id="37" dur="600" fill="hold"/>
                                        <p:tgtEl>
                                          <p:spTgt spid="8"/>
                                        </p:tgtEl>
                                        <p:attrNameLst>
                                          <p:attrName>ppt_y</p:attrName>
                                        </p:attrNameLst>
                                      </p:cBhvr>
                                      <p:tavLst>
                                        <p:tav tm="0">
                                          <p:val>
                                            <p:strVal val="#ppt_y+0.12"/>
                                          </p:val>
                                        </p:tav>
                                        <p:tav tm="100000">
                                          <p:val>
                                            <p:strVal val="#ppt_y"/>
                                          </p:val>
                                        </p:tav>
                                      </p:tavLst>
                                    </p:anim>
                                    <p:animEffect transition="in" filter="fade">
                                      <p:cBhvr>
                                        <p:cTn id="35"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bg" descr="img/team_bg.jpg">    </p:cNvPr>
          <p:cNvPicPr>
            <a:picLocks noChangeAspect="1"/>
          </p:cNvPicPr>
          <p:nvPr/>
        </p:nvPicPr>
        <p:blipFill>
          <a:blip r:embed="rId1"/>
          <a:stretch>
            <a:fillRect/>
          </a:stretch>
        </p:blipFill>
        <p:spPr>
          <a:xfrm>
            <a:off x="0" y="0"/>
            <a:ext cx="12191695" cy="6858000"/>
          </a:xfrm>
          <a:prstGeom prst="rect">
            <a:avLst/>
          </a:prstGeom>
        </p:spPr>
      </p:pic>
      <p:pic>
        <p:nvPicPr>
          <p:cNvPr id="3" name="build0" descr="img/team_0.png">    </p:cNvPr>
          <p:cNvPicPr>
            <a:picLocks noChangeAspect="1"/>
          </p:cNvPicPr>
          <p:nvPr/>
        </p:nvPicPr>
        <p:blipFill>
          <a:blip r:embed="rId2"/>
          <a:stretch>
            <a:fillRect/>
          </a:stretch>
        </p:blipFill>
        <p:spPr>
          <a:xfrm>
            <a:off x="457200" y="1485900"/>
            <a:ext cx="5892800" cy="2298700"/>
          </a:xfrm>
          <a:prstGeom prst="rect">
            <a:avLst/>
          </a:prstGeom>
        </p:spPr>
      </p:pic>
      <p:pic>
        <p:nvPicPr>
          <p:cNvPr id="4" name="build1" descr="img/team_1.png">    </p:cNvPr>
          <p:cNvPicPr>
            <a:picLocks noChangeAspect="1"/>
          </p:cNvPicPr>
          <p:nvPr/>
        </p:nvPicPr>
        <p:blipFill>
          <a:blip r:embed="rId3"/>
          <a:stretch>
            <a:fillRect/>
          </a:stretch>
        </p:blipFill>
        <p:spPr>
          <a:xfrm>
            <a:off x="5842000" y="1485900"/>
            <a:ext cx="5892800" cy="2298700"/>
          </a:xfrm>
          <a:prstGeom prst="rect">
            <a:avLst/>
          </a:prstGeom>
        </p:spPr>
      </p:pic>
      <p:pic>
        <p:nvPicPr>
          <p:cNvPr id="5" name="build2" descr="img/team_2.png">    </p:cNvPr>
          <p:cNvPicPr>
            <a:picLocks noChangeAspect="1"/>
          </p:cNvPicPr>
          <p:nvPr/>
        </p:nvPicPr>
        <p:blipFill>
          <a:blip r:embed="rId4"/>
          <a:stretch>
            <a:fillRect/>
          </a:stretch>
        </p:blipFill>
        <p:spPr>
          <a:xfrm>
            <a:off x="457200" y="3238500"/>
            <a:ext cx="5892800" cy="1790700"/>
          </a:xfrm>
          <a:prstGeom prst="rect">
            <a:avLst/>
          </a:prstGeom>
        </p:spPr>
      </p:pic>
      <p:pic>
        <p:nvPicPr>
          <p:cNvPr id="6" name="build3" descr="img/team_3.png">    </p:cNvPr>
          <p:cNvPicPr>
            <a:picLocks noChangeAspect="1"/>
          </p:cNvPicPr>
          <p:nvPr/>
        </p:nvPicPr>
        <p:blipFill>
          <a:blip r:embed="rId5"/>
          <a:stretch>
            <a:fillRect/>
          </a:stretch>
        </p:blipFill>
        <p:spPr>
          <a:xfrm>
            <a:off x="5842000" y="3238500"/>
            <a:ext cx="5892800" cy="1790700"/>
          </a:xfrm>
          <a:prstGeom prst="rect">
            <a:avLst/>
          </a:prstGeom>
        </p:spPr>
      </p:pic>
      <p:pic>
        <p:nvPicPr>
          <p:cNvPr id="7" name="build4" descr="img/team_4.png">    </p:cNvPr>
          <p:cNvPicPr>
            <a:picLocks noChangeAspect="1"/>
          </p:cNvPicPr>
          <p:nvPr/>
        </p:nvPicPr>
        <p:blipFill>
          <a:blip r:embed="rId6"/>
          <a:stretch>
            <a:fillRect/>
          </a:stretch>
        </p:blipFill>
        <p:spPr>
          <a:xfrm>
            <a:off x="457200" y="4762500"/>
            <a:ext cx="3225800" cy="1562100"/>
          </a:xfrm>
          <a:prstGeom prst="rect">
            <a:avLst/>
          </a:prstGeom>
        </p:spPr>
      </p:pic>
      <p:pic>
        <p:nvPicPr>
          <p:cNvPr id="8" name="build5" descr="img/team_5.png">    </p:cNvPr>
          <p:cNvPicPr>
            <a:picLocks noChangeAspect="1"/>
          </p:cNvPicPr>
          <p:nvPr/>
        </p:nvPicPr>
        <p:blipFill>
          <a:blip r:embed="rId7"/>
          <a:stretch>
            <a:fillRect/>
          </a:stretch>
        </p:blipFill>
        <p:spPr>
          <a:xfrm>
            <a:off x="3098800" y="4762500"/>
            <a:ext cx="3225800" cy="1562100"/>
          </a:xfrm>
          <a:prstGeom prst="rect">
            <a:avLst/>
          </a:prstGeom>
        </p:spPr>
      </p:pic>
      <p:pic>
        <p:nvPicPr>
          <p:cNvPr id="9" name="build6" descr="img/team_6.png">    </p:cNvPr>
          <p:cNvPicPr>
            <a:picLocks noChangeAspect="1"/>
          </p:cNvPicPr>
          <p:nvPr/>
        </p:nvPicPr>
        <p:blipFill>
          <a:blip r:embed="rId8"/>
          <a:stretch>
            <a:fillRect/>
          </a:stretch>
        </p:blipFill>
        <p:spPr>
          <a:xfrm>
            <a:off x="5740400" y="4762500"/>
            <a:ext cx="3225800" cy="1562100"/>
          </a:xfrm>
          <a:prstGeom prst="rect">
            <a:avLst/>
          </a:prstGeom>
        </p:spPr>
      </p:pic>
      <p:pic>
        <p:nvPicPr>
          <p:cNvPr id="10" name="build7" descr="img/team_7.png">    </p:cNvPr>
          <p:cNvPicPr>
            <a:picLocks noChangeAspect="1"/>
          </p:cNvPicPr>
          <p:nvPr/>
        </p:nvPicPr>
        <p:blipFill>
          <a:blip r:embed="rId9"/>
          <a:stretch>
            <a:fillRect/>
          </a:stretch>
        </p:blipFill>
        <p:spPr>
          <a:xfrm>
            <a:off x="8382000" y="4762500"/>
            <a:ext cx="3225800" cy="156210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ppt_x</p:attrName>
                                        </p:attrNameLst>
                                      </p:cBhvr>
                                      <p:tavLst>
                                        <p:tav tm="0">
                                          <p:val>
                                            <p:strVal val="#ppt_x"/>
                                          </p:val>
                                        </p:tav>
                                        <p:tav tm="100000">
                                          <p:val>
                                            <p:strVal val="#ppt_x"/>
                                          </p:val>
                                        </p:tav>
                                      </p:tavLst>
                                    </p:anim>
                                    <p:anim calcmode="lin" valueType="num">
                                      <p:cBhvr additive="base">
                                        <p:cTn id="8" dur="600" fill="hold"/>
                                        <p:tgtEl>
                                          <p:spTgt spid="3"/>
                                        </p:tgtEl>
                                        <p:attrNameLst>
                                          <p:attrName>ppt_y</p:attrName>
                                        </p:attrNameLst>
                                      </p:cBhvr>
                                      <p:tavLst>
                                        <p:tav tm="0">
                                          <p:val>
                                            <p:strVal val="#ppt_y+0.12"/>
                                          </p:val>
                                        </p:tav>
                                        <p:tav tm="100000">
                                          <p:val>
                                            <p:strVal val="#ppt_y"/>
                                          </p:val>
                                        </p:tav>
                                      </p:tavLst>
                                    </p:anim>
                                    <p:animEffect transition="in" filter="fade">
                                      <p:cBhvr>
                                        <p:cTn id="6" dur="600"/>
                                        <p:tgtEl>
                                          <p:spTgt spid="3"/>
                                        </p:tgtEl>
                                      </p:cBhvr>
                                    </p:animEffect>
                                  </p:childTnLst>
                                </p:cTn>
                              </p:par>
                              <p:par>
                                <p:cTn id="14"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0.12"/>
                                          </p:val>
                                        </p:tav>
                                        <p:tav tm="100000">
                                          <p:val>
                                            <p:strVal val="#ppt_y"/>
                                          </p:val>
                                        </p:tav>
                                      </p:tavLst>
                                    </p:anim>
                                    <p:animEffect transition="in" filter="fade">
                                      <p:cBhvr>
                                        <p:cTn id="11" dur="600"/>
                                        <p:tgtEl>
                                          <p:spTgt spid="4"/>
                                        </p:tgtEl>
                                      </p:cBhvr>
                                    </p:animEffect>
                                  </p:childTnLst>
                                </p:cTn>
                              </p:par>
                            </p:childTnLst>
                          </p:cTn>
                        </p:par>
                      </p:childTnLst>
                    </p:cTn>
                  </p:par>
                  <p:par>
                    <p:cTn id="15" fill="hold">
                      <p:stCondLst>
                        <p:cond delay="indefinite"/>
                      </p:stCondLst>
                      <p:childTnLst>
                        <p:par>
                          <p:cTn id="16" fill="hold">
                            <p:stCondLst>
                              <p:cond delay="0"/>
                            </p:stCondLst>
                            <p:childTnLst>
                              <p:par>
                                <p:cTn id="21"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600" fill="hold"/>
                                        <p:tgtEl>
                                          <p:spTgt spid="5"/>
                                        </p:tgtEl>
                                        <p:attrNameLst>
                                          <p:attrName>ppt_x</p:attrName>
                                        </p:attrNameLst>
                                      </p:cBhvr>
                                      <p:tavLst>
                                        <p:tav tm="0">
                                          <p:val>
                                            <p:strVal val="#ppt_x"/>
                                          </p:val>
                                        </p:tav>
                                        <p:tav tm="100000">
                                          <p:val>
                                            <p:strVal val="#ppt_x"/>
                                          </p:val>
                                        </p:tav>
                                      </p:tavLst>
                                    </p:anim>
                                    <p:anim calcmode="lin" valueType="num">
                                      <p:cBhvr additive="base">
                                        <p:cTn id="20" dur="600" fill="hold"/>
                                        <p:tgtEl>
                                          <p:spTgt spid="5"/>
                                        </p:tgtEl>
                                        <p:attrNameLst>
                                          <p:attrName>ppt_y</p:attrName>
                                        </p:attrNameLst>
                                      </p:cBhvr>
                                      <p:tavLst>
                                        <p:tav tm="0">
                                          <p:val>
                                            <p:strVal val="#ppt_y+0.12"/>
                                          </p:val>
                                        </p:tav>
                                        <p:tav tm="100000">
                                          <p:val>
                                            <p:strVal val="#ppt_y"/>
                                          </p:val>
                                        </p:tav>
                                      </p:tavLst>
                                    </p:anim>
                                    <p:animEffect transition="in" filter="fade">
                                      <p:cBhvr>
                                        <p:cTn id="18" dur="600"/>
                                        <p:tgtEl>
                                          <p:spTgt spid="5"/>
                                        </p:tgtEl>
                                      </p:cBhvr>
                                    </p:animEffect>
                                  </p:childTnLst>
                                </p:cTn>
                              </p:par>
                              <p:par>
                                <p:cTn id="26" presetID="2" presetClass="entr" presetSubtype="4"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ppt_y+0.12"/>
                                          </p:val>
                                        </p:tav>
                                        <p:tav tm="100000">
                                          <p:val>
                                            <p:strVal val="#ppt_y"/>
                                          </p:val>
                                        </p:tav>
                                      </p:tavLst>
                                    </p:anim>
                                    <p:animEffect transition="in" filter="fade">
                                      <p:cBhvr>
                                        <p:cTn id="23" dur="600"/>
                                        <p:tgtEl>
                                          <p:spTgt spid="6"/>
                                        </p:tgtEl>
                                      </p:cBhvr>
                                    </p:animEffect>
                                  </p:childTnLst>
                                </p:cTn>
                              </p:par>
                            </p:childTnLst>
                          </p:cTn>
                        </p:par>
                      </p:childTnLst>
                    </p:cTn>
                  </p:par>
                  <p:par>
                    <p:cTn id="27" fill="hold">
                      <p:stCondLst>
                        <p:cond delay="indefinite"/>
                      </p:stCondLst>
                      <p:childTnLst>
                        <p:par>
                          <p:cTn id="28" fill="hold">
                            <p:stCondLst>
                              <p:cond delay="0"/>
                            </p:stCondLst>
                            <p:childTnLst>
                              <p:par>
                                <p:cTn id="33" presetID="2" presetClass="entr" presetSubtype="4"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1" dur="600" fill="hold"/>
                                        <p:tgtEl>
                                          <p:spTgt spid="7"/>
                                        </p:tgtEl>
                                        <p:attrNameLst>
                                          <p:attrName>ppt_x</p:attrName>
                                        </p:attrNameLst>
                                      </p:cBhvr>
                                      <p:tavLst>
                                        <p:tav tm="0">
                                          <p:val>
                                            <p:strVal val="#ppt_x"/>
                                          </p:val>
                                        </p:tav>
                                        <p:tav tm="100000">
                                          <p:val>
                                            <p:strVal val="#ppt_x"/>
                                          </p:val>
                                        </p:tav>
                                      </p:tavLst>
                                    </p:anim>
                                    <p:anim calcmode="lin" valueType="num">
                                      <p:cBhvr additive="base">
                                        <p:cTn id="32" dur="600" fill="hold"/>
                                        <p:tgtEl>
                                          <p:spTgt spid="7"/>
                                        </p:tgtEl>
                                        <p:attrNameLst>
                                          <p:attrName>ppt_y</p:attrName>
                                        </p:attrNameLst>
                                      </p:cBhvr>
                                      <p:tavLst>
                                        <p:tav tm="0">
                                          <p:val>
                                            <p:strVal val="#ppt_y+0.12"/>
                                          </p:val>
                                        </p:tav>
                                        <p:tav tm="100000">
                                          <p:val>
                                            <p:strVal val="#ppt_y"/>
                                          </p:val>
                                        </p:tav>
                                      </p:tavLst>
                                    </p:anim>
                                    <p:animEffect transition="in" filter="fade">
                                      <p:cBhvr>
                                        <p:cTn id="30" dur="600"/>
                                        <p:tgtEl>
                                          <p:spTgt spid="7"/>
                                        </p:tgtEl>
                                      </p:cBhvr>
                                    </p:animEffect>
                                  </p:childTnLst>
                                </p:cTn>
                              </p:par>
                              <p:par>
                                <p:cTn id="38" presetID="2" presetClass="entr" presetSubtype="4" fill="hold"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6" dur="600" fill="hold"/>
                                        <p:tgtEl>
                                          <p:spTgt spid="8"/>
                                        </p:tgtEl>
                                        <p:attrNameLst>
                                          <p:attrName>ppt_x</p:attrName>
                                        </p:attrNameLst>
                                      </p:cBhvr>
                                      <p:tavLst>
                                        <p:tav tm="0">
                                          <p:val>
                                            <p:strVal val="#ppt_x"/>
                                          </p:val>
                                        </p:tav>
                                        <p:tav tm="100000">
                                          <p:val>
                                            <p:strVal val="#ppt_x"/>
                                          </p:val>
                                        </p:tav>
                                      </p:tavLst>
                                    </p:anim>
                                    <p:anim calcmode="lin" valueType="num">
                                      <p:cBhvr additive="base">
                                        <p:cTn id="37" dur="600" fill="hold"/>
                                        <p:tgtEl>
                                          <p:spTgt spid="8"/>
                                        </p:tgtEl>
                                        <p:attrNameLst>
                                          <p:attrName>ppt_y</p:attrName>
                                        </p:attrNameLst>
                                      </p:cBhvr>
                                      <p:tavLst>
                                        <p:tav tm="0">
                                          <p:val>
                                            <p:strVal val="#ppt_y+0.12"/>
                                          </p:val>
                                        </p:tav>
                                        <p:tav tm="100000">
                                          <p:val>
                                            <p:strVal val="#ppt_y"/>
                                          </p:val>
                                        </p:tav>
                                      </p:tavLst>
                                    </p:anim>
                                    <p:animEffect transition="in" filter="fade">
                                      <p:cBhvr>
                                        <p:cTn id="35" dur="600"/>
                                        <p:tgtEl>
                                          <p:spTgt spid="8"/>
                                        </p:tgtEl>
                                      </p:cBhvr>
                                    </p:animEffect>
                                  </p:childTnLst>
                                </p:cTn>
                              </p:par>
                              <p:par>
                                <p:cTn id="43" presetID="2" presetClass="entr" presetSubtype="4"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1" dur="600" fill="hold"/>
                                        <p:tgtEl>
                                          <p:spTgt spid="9"/>
                                        </p:tgtEl>
                                        <p:attrNameLst>
                                          <p:attrName>ppt_x</p:attrName>
                                        </p:attrNameLst>
                                      </p:cBhvr>
                                      <p:tavLst>
                                        <p:tav tm="0">
                                          <p:val>
                                            <p:strVal val="#ppt_x"/>
                                          </p:val>
                                        </p:tav>
                                        <p:tav tm="100000">
                                          <p:val>
                                            <p:strVal val="#ppt_x"/>
                                          </p:val>
                                        </p:tav>
                                      </p:tavLst>
                                    </p:anim>
                                    <p:anim calcmode="lin" valueType="num">
                                      <p:cBhvr additive="base">
                                        <p:cTn id="42" dur="600" fill="hold"/>
                                        <p:tgtEl>
                                          <p:spTgt spid="9"/>
                                        </p:tgtEl>
                                        <p:attrNameLst>
                                          <p:attrName>ppt_y</p:attrName>
                                        </p:attrNameLst>
                                      </p:cBhvr>
                                      <p:tavLst>
                                        <p:tav tm="0">
                                          <p:val>
                                            <p:strVal val="#ppt_y+0.12"/>
                                          </p:val>
                                        </p:tav>
                                        <p:tav tm="100000">
                                          <p:val>
                                            <p:strVal val="#ppt_y"/>
                                          </p:val>
                                        </p:tav>
                                      </p:tavLst>
                                    </p:anim>
                                    <p:animEffect transition="in" filter="fade">
                                      <p:cBhvr>
                                        <p:cTn id="40" dur="600"/>
                                        <p:tgtEl>
                                          <p:spTgt spid="9"/>
                                        </p:tgtEl>
                                      </p:cBhvr>
                                    </p:animEffect>
                                  </p:childTnLst>
                                </p:cTn>
                              </p:par>
                              <p:par>
                                <p:cTn id="48" presetID="2" presetClass="entr" presetSubtype="4"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additive="base">
                                        <p:cTn id="46" dur="600" fill="hold"/>
                                        <p:tgtEl>
                                          <p:spTgt spid="10"/>
                                        </p:tgtEl>
                                        <p:attrNameLst>
                                          <p:attrName>ppt_x</p:attrName>
                                        </p:attrNameLst>
                                      </p:cBhvr>
                                      <p:tavLst>
                                        <p:tav tm="0">
                                          <p:val>
                                            <p:strVal val="#ppt_x"/>
                                          </p:val>
                                        </p:tav>
                                        <p:tav tm="100000">
                                          <p:val>
                                            <p:strVal val="#ppt_x"/>
                                          </p:val>
                                        </p:tav>
                                      </p:tavLst>
                                    </p:anim>
                                    <p:anim calcmode="lin" valueType="num">
                                      <p:cBhvr additive="base">
                                        <p:cTn id="47" dur="600" fill="hold"/>
                                        <p:tgtEl>
                                          <p:spTgt spid="10"/>
                                        </p:tgtEl>
                                        <p:attrNameLst>
                                          <p:attrName>ppt_y</p:attrName>
                                        </p:attrNameLst>
                                      </p:cBhvr>
                                      <p:tavLst>
                                        <p:tav tm="0">
                                          <p:val>
                                            <p:strVal val="#ppt_y+0.12"/>
                                          </p:val>
                                        </p:tav>
                                        <p:tav tm="100000">
                                          <p:val>
                                            <p:strVal val="#ppt_y"/>
                                          </p:val>
                                        </p:tav>
                                      </p:tavLst>
                                    </p:anim>
                                    <p:animEffect transition="in" filter="fade">
                                      <p:cBhvr>
                                        <p:cTn id="45"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bg" descr="img/thanks_bg.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Learn4All Showcase</dc:title>
  <dc:subject>PptxGenJS Presentation</dc:subject>
  <dc:creator>Team Learn4All</dc:creator>
  <cp:lastModifiedBy>Team Learn4All</cp:lastModifiedBy>
  <cp:revision>1</cp:revision>
  <dcterms:created xsi:type="dcterms:W3CDTF">2026-10-13T06:31:04Z</dcterms:created>
  <dcterms:modified xsi:type="dcterms:W3CDTF">2026-10-13T06:31:04Z</dcterms:modified>
</cp:coreProperties>
</file>